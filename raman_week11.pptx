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0" r:id="rId2"/>
    <p:sldId id="271" r:id="rId3"/>
    <p:sldId id="274" r:id="rId4"/>
    <p:sldId id="272" r:id="rId5"/>
    <p:sldId id="273" r:id="rId6"/>
    <p:sldId id="275" r:id="rId7"/>
  </p:sldIdLst>
  <p:sldSz cx="12192000" cy="6858000"/>
  <p:notesSz cx="6858000" cy="9144000"/>
  <p:defaultTextStyle>
    <a:defPPr>
      <a:defRPr lang="en-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6" autoAdjust="0"/>
    <p:restoredTop sz="94678" autoAdjust="0"/>
  </p:normalViewPr>
  <p:slideViewPr>
    <p:cSldViewPr snapToGrid="0">
      <p:cViewPr varScale="1">
        <p:scale>
          <a:sx n="96" d="100"/>
          <a:sy n="96" d="100"/>
        </p:scale>
        <p:origin x="84" y="228"/>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B0A9F-09DE-C6AD-4506-C6970D9062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H"/>
          </a:p>
        </p:txBody>
      </p:sp>
      <p:sp>
        <p:nvSpPr>
          <p:cNvPr id="3" name="Subtitle 2">
            <a:extLst>
              <a:ext uri="{FF2B5EF4-FFF2-40B4-BE49-F238E27FC236}">
                <a16:creationId xmlns:a16="http://schemas.microsoft.com/office/drawing/2014/main" id="{335562A9-5952-1619-C10C-4CA8429822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H"/>
          </a:p>
        </p:txBody>
      </p:sp>
      <p:sp>
        <p:nvSpPr>
          <p:cNvPr id="4" name="Date Placeholder 3">
            <a:extLst>
              <a:ext uri="{FF2B5EF4-FFF2-40B4-BE49-F238E27FC236}">
                <a16:creationId xmlns:a16="http://schemas.microsoft.com/office/drawing/2014/main" id="{87CBDA28-9ED0-18CB-5A01-7C864868E6C9}"/>
              </a:ext>
            </a:extLst>
          </p:cNvPr>
          <p:cNvSpPr>
            <a:spLocks noGrp="1"/>
          </p:cNvSpPr>
          <p:nvPr>
            <p:ph type="dt" sz="half" idx="10"/>
          </p:nvPr>
        </p:nvSpPr>
        <p:spPr/>
        <p:txBody>
          <a:bodyPr/>
          <a:lstStyle/>
          <a:p>
            <a:fld id="{6822D85E-D2FB-42BA-8FC7-836FE23099A3}" type="datetimeFigureOut">
              <a:rPr lang="en-CH" smtClean="0"/>
              <a:t>27.11.2025</a:t>
            </a:fld>
            <a:endParaRPr lang="en-CH"/>
          </a:p>
        </p:txBody>
      </p:sp>
      <p:sp>
        <p:nvSpPr>
          <p:cNvPr id="5" name="Footer Placeholder 4">
            <a:extLst>
              <a:ext uri="{FF2B5EF4-FFF2-40B4-BE49-F238E27FC236}">
                <a16:creationId xmlns:a16="http://schemas.microsoft.com/office/drawing/2014/main" id="{C2077D6C-D48C-ADE5-8C86-4DACD0552ED3}"/>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661BD700-4698-9771-CC90-C384398EDD49}"/>
              </a:ext>
            </a:extLst>
          </p:cNvPr>
          <p:cNvSpPr>
            <a:spLocks noGrp="1"/>
          </p:cNvSpPr>
          <p:nvPr>
            <p:ph type="sldNum" sz="quarter" idx="12"/>
          </p:nvPr>
        </p:nvSpPr>
        <p:spPr/>
        <p:txBody>
          <a:bodyPr/>
          <a:lstStyle/>
          <a:p>
            <a:fld id="{4640D8EF-264D-4ACB-83B2-78695A2A739C}" type="slidenum">
              <a:rPr lang="en-CH" smtClean="0"/>
              <a:t>‹#›</a:t>
            </a:fld>
            <a:endParaRPr lang="en-CH"/>
          </a:p>
        </p:txBody>
      </p:sp>
    </p:spTree>
    <p:extLst>
      <p:ext uri="{BB962C8B-B14F-4D97-AF65-F5344CB8AC3E}">
        <p14:creationId xmlns:p14="http://schemas.microsoft.com/office/powerpoint/2010/main" val="3884367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70FFA-7EF0-6F09-9048-2A3CFAF37E07}"/>
              </a:ext>
            </a:extLst>
          </p:cNvPr>
          <p:cNvSpPr>
            <a:spLocks noGrp="1"/>
          </p:cNvSpPr>
          <p:nvPr>
            <p:ph type="title"/>
          </p:nvPr>
        </p:nvSpPr>
        <p:spPr/>
        <p:txBody>
          <a:bodyPr/>
          <a:lstStyle/>
          <a:p>
            <a:r>
              <a:rPr lang="en-US"/>
              <a:t>Click to edit Master title style</a:t>
            </a:r>
            <a:endParaRPr lang="en-CH"/>
          </a:p>
        </p:txBody>
      </p:sp>
      <p:sp>
        <p:nvSpPr>
          <p:cNvPr id="3" name="Content Placeholder 2">
            <a:extLst>
              <a:ext uri="{FF2B5EF4-FFF2-40B4-BE49-F238E27FC236}">
                <a16:creationId xmlns:a16="http://schemas.microsoft.com/office/drawing/2014/main" id="{43A03C13-591A-DB4A-F5D0-890CEBA508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Date Placeholder 3">
            <a:extLst>
              <a:ext uri="{FF2B5EF4-FFF2-40B4-BE49-F238E27FC236}">
                <a16:creationId xmlns:a16="http://schemas.microsoft.com/office/drawing/2014/main" id="{7F931217-29C7-11AC-1443-0DC76326D0EE}"/>
              </a:ext>
            </a:extLst>
          </p:cNvPr>
          <p:cNvSpPr>
            <a:spLocks noGrp="1"/>
          </p:cNvSpPr>
          <p:nvPr>
            <p:ph type="dt" sz="half" idx="10"/>
          </p:nvPr>
        </p:nvSpPr>
        <p:spPr/>
        <p:txBody>
          <a:bodyPr/>
          <a:lstStyle/>
          <a:p>
            <a:fld id="{6822D85E-D2FB-42BA-8FC7-836FE23099A3}" type="datetimeFigureOut">
              <a:rPr lang="en-CH" smtClean="0"/>
              <a:t>27.11.2025</a:t>
            </a:fld>
            <a:endParaRPr lang="en-CH"/>
          </a:p>
        </p:txBody>
      </p:sp>
      <p:sp>
        <p:nvSpPr>
          <p:cNvPr id="5" name="Footer Placeholder 4">
            <a:extLst>
              <a:ext uri="{FF2B5EF4-FFF2-40B4-BE49-F238E27FC236}">
                <a16:creationId xmlns:a16="http://schemas.microsoft.com/office/drawing/2014/main" id="{2C501CBD-ECDD-3A09-4A6E-0E42D626DF2E}"/>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CACF7DC4-B6D5-1ECD-7B78-37F4ECAE7BFE}"/>
              </a:ext>
            </a:extLst>
          </p:cNvPr>
          <p:cNvSpPr>
            <a:spLocks noGrp="1"/>
          </p:cNvSpPr>
          <p:nvPr>
            <p:ph type="sldNum" sz="quarter" idx="12"/>
          </p:nvPr>
        </p:nvSpPr>
        <p:spPr/>
        <p:txBody>
          <a:bodyPr/>
          <a:lstStyle/>
          <a:p>
            <a:fld id="{4640D8EF-264D-4ACB-83B2-78695A2A739C}" type="slidenum">
              <a:rPr lang="en-CH" smtClean="0"/>
              <a:t>‹#›</a:t>
            </a:fld>
            <a:endParaRPr lang="en-CH"/>
          </a:p>
        </p:txBody>
      </p:sp>
    </p:spTree>
    <p:extLst>
      <p:ext uri="{BB962C8B-B14F-4D97-AF65-F5344CB8AC3E}">
        <p14:creationId xmlns:p14="http://schemas.microsoft.com/office/powerpoint/2010/main" val="3008112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1A785-B1AE-2ECA-97CD-467E2D840F4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H"/>
          </a:p>
        </p:txBody>
      </p:sp>
      <p:sp>
        <p:nvSpPr>
          <p:cNvPr id="3" name="Text Placeholder 2">
            <a:extLst>
              <a:ext uri="{FF2B5EF4-FFF2-40B4-BE49-F238E27FC236}">
                <a16:creationId xmlns:a16="http://schemas.microsoft.com/office/drawing/2014/main" id="{4D988A55-1486-DB1A-8833-2D009093BA9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1ADF74-5A59-3C0E-C5EB-8CD93E0B7472}"/>
              </a:ext>
            </a:extLst>
          </p:cNvPr>
          <p:cNvSpPr>
            <a:spLocks noGrp="1"/>
          </p:cNvSpPr>
          <p:nvPr>
            <p:ph type="dt" sz="half" idx="10"/>
          </p:nvPr>
        </p:nvSpPr>
        <p:spPr/>
        <p:txBody>
          <a:bodyPr/>
          <a:lstStyle/>
          <a:p>
            <a:fld id="{6822D85E-D2FB-42BA-8FC7-836FE23099A3}" type="datetimeFigureOut">
              <a:rPr lang="en-CH" smtClean="0"/>
              <a:t>27.11.2025</a:t>
            </a:fld>
            <a:endParaRPr lang="en-CH"/>
          </a:p>
        </p:txBody>
      </p:sp>
      <p:sp>
        <p:nvSpPr>
          <p:cNvPr id="5" name="Footer Placeholder 4">
            <a:extLst>
              <a:ext uri="{FF2B5EF4-FFF2-40B4-BE49-F238E27FC236}">
                <a16:creationId xmlns:a16="http://schemas.microsoft.com/office/drawing/2014/main" id="{A35695D9-8921-039C-6516-30CAAD6890B5}"/>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D9B6417C-AA1B-16A6-2420-13ABDE4F563D}"/>
              </a:ext>
            </a:extLst>
          </p:cNvPr>
          <p:cNvSpPr>
            <a:spLocks noGrp="1"/>
          </p:cNvSpPr>
          <p:nvPr>
            <p:ph type="sldNum" sz="quarter" idx="12"/>
          </p:nvPr>
        </p:nvSpPr>
        <p:spPr/>
        <p:txBody>
          <a:bodyPr/>
          <a:lstStyle/>
          <a:p>
            <a:fld id="{4640D8EF-264D-4ACB-83B2-78695A2A739C}" type="slidenum">
              <a:rPr lang="en-CH" smtClean="0"/>
              <a:t>‹#›</a:t>
            </a:fld>
            <a:endParaRPr lang="en-CH"/>
          </a:p>
        </p:txBody>
      </p:sp>
    </p:spTree>
    <p:extLst>
      <p:ext uri="{BB962C8B-B14F-4D97-AF65-F5344CB8AC3E}">
        <p14:creationId xmlns:p14="http://schemas.microsoft.com/office/powerpoint/2010/main" val="15008273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BF438-F191-1E37-A452-DDFC42321EB0}"/>
              </a:ext>
            </a:extLst>
          </p:cNvPr>
          <p:cNvSpPr>
            <a:spLocks noGrp="1"/>
          </p:cNvSpPr>
          <p:nvPr>
            <p:ph type="title"/>
          </p:nvPr>
        </p:nvSpPr>
        <p:spPr/>
        <p:txBody>
          <a:bodyPr/>
          <a:lstStyle/>
          <a:p>
            <a:r>
              <a:rPr lang="en-US"/>
              <a:t>Click to edit Master title style</a:t>
            </a:r>
            <a:endParaRPr lang="en-CH"/>
          </a:p>
        </p:txBody>
      </p:sp>
      <p:sp>
        <p:nvSpPr>
          <p:cNvPr id="3" name="Content Placeholder 2">
            <a:extLst>
              <a:ext uri="{FF2B5EF4-FFF2-40B4-BE49-F238E27FC236}">
                <a16:creationId xmlns:a16="http://schemas.microsoft.com/office/drawing/2014/main" id="{E78855A0-5858-D770-8271-EE495DD00D0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Content Placeholder 3">
            <a:extLst>
              <a:ext uri="{FF2B5EF4-FFF2-40B4-BE49-F238E27FC236}">
                <a16:creationId xmlns:a16="http://schemas.microsoft.com/office/drawing/2014/main" id="{B3EC1258-CEED-C602-A618-DAF2FE3C6FF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5" name="Date Placeholder 4">
            <a:extLst>
              <a:ext uri="{FF2B5EF4-FFF2-40B4-BE49-F238E27FC236}">
                <a16:creationId xmlns:a16="http://schemas.microsoft.com/office/drawing/2014/main" id="{0C841FA9-018E-AC92-5272-906B0B35C419}"/>
              </a:ext>
            </a:extLst>
          </p:cNvPr>
          <p:cNvSpPr>
            <a:spLocks noGrp="1"/>
          </p:cNvSpPr>
          <p:nvPr>
            <p:ph type="dt" sz="half" idx="10"/>
          </p:nvPr>
        </p:nvSpPr>
        <p:spPr/>
        <p:txBody>
          <a:bodyPr/>
          <a:lstStyle/>
          <a:p>
            <a:fld id="{6822D85E-D2FB-42BA-8FC7-836FE23099A3}" type="datetimeFigureOut">
              <a:rPr lang="en-CH" smtClean="0"/>
              <a:t>27.11.2025</a:t>
            </a:fld>
            <a:endParaRPr lang="en-CH"/>
          </a:p>
        </p:txBody>
      </p:sp>
      <p:sp>
        <p:nvSpPr>
          <p:cNvPr id="6" name="Footer Placeholder 5">
            <a:extLst>
              <a:ext uri="{FF2B5EF4-FFF2-40B4-BE49-F238E27FC236}">
                <a16:creationId xmlns:a16="http://schemas.microsoft.com/office/drawing/2014/main" id="{6952AE48-4C56-9C02-A730-30F1CC6CDA5B}"/>
              </a:ext>
            </a:extLst>
          </p:cNvPr>
          <p:cNvSpPr>
            <a:spLocks noGrp="1"/>
          </p:cNvSpPr>
          <p:nvPr>
            <p:ph type="ftr" sz="quarter" idx="11"/>
          </p:nvPr>
        </p:nvSpPr>
        <p:spPr/>
        <p:txBody>
          <a:bodyPr/>
          <a:lstStyle/>
          <a:p>
            <a:endParaRPr lang="en-CH"/>
          </a:p>
        </p:txBody>
      </p:sp>
      <p:sp>
        <p:nvSpPr>
          <p:cNvPr id="7" name="Slide Number Placeholder 6">
            <a:extLst>
              <a:ext uri="{FF2B5EF4-FFF2-40B4-BE49-F238E27FC236}">
                <a16:creationId xmlns:a16="http://schemas.microsoft.com/office/drawing/2014/main" id="{C3C968E5-0474-2E3F-5BF9-B00AE1A7DABF}"/>
              </a:ext>
            </a:extLst>
          </p:cNvPr>
          <p:cNvSpPr>
            <a:spLocks noGrp="1"/>
          </p:cNvSpPr>
          <p:nvPr>
            <p:ph type="sldNum" sz="quarter" idx="12"/>
          </p:nvPr>
        </p:nvSpPr>
        <p:spPr/>
        <p:txBody>
          <a:bodyPr/>
          <a:lstStyle/>
          <a:p>
            <a:fld id="{4640D8EF-264D-4ACB-83B2-78695A2A739C}" type="slidenum">
              <a:rPr lang="en-CH" smtClean="0"/>
              <a:t>‹#›</a:t>
            </a:fld>
            <a:endParaRPr lang="en-CH"/>
          </a:p>
        </p:txBody>
      </p:sp>
    </p:spTree>
    <p:extLst>
      <p:ext uri="{BB962C8B-B14F-4D97-AF65-F5344CB8AC3E}">
        <p14:creationId xmlns:p14="http://schemas.microsoft.com/office/powerpoint/2010/main" val="3841861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8EADB-A8A4-5E34-BB8B-4591877CD854}"/>
              </a:ext>
            </a:extLst>
          </p:cNvPr>
          <p:cNvSpPr>
            <a:spLocks noGrp="1"/>
          </p:cNvSpPr>
          <p:nvPr>
            <p:ph type="title"/>
          </p:nvPr>
        </p:nvSpPr>
        <p:spPr>
          <a:xfrm>
            <a:off x="839788" y="365125"/>
            <a:ext cx="10515600" cy="1325563"/>
          </a:xfrm>
        </p:spPr>
        <p:txBody>
          <a:bodyPr/>
          <a:lstStyle/>
          <a:p>
            <a:r>
              <a:rPr lang="en-US"/>
              <a:t>Click to edit Master title style</a:t>
            </a:r>
            <a:endParaRPr lang="en-CH"/>
          </a:p>
        </p:txBody>
      </p:sp>
      <p:sp>
        <p:nvSpPr>
          <p:cNvPr id="3" name="Text Placeholder 2">
            <a:extLst>
              <a:ext uri="{FF2B5EF4-FFF2-40B4-BE49-F238E27FC236}">
                <a16:creationId xmlns:a16="http://schemas.microsoft.com/office/drawing/2014/main" id="{499BDB02-F86E-8AB0-9978-CD4E42178C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271014A-315B-6395-1A84-44C19913F36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5" name="Text Placeholder 4">
            <a:extLst>
              <a:ext uri="{FF2B5EF4-FFF2-40B4-BE49-F238E27FC236}">
                <a16:creationId xmlns:a16="http://schemas.microsoft.com/office/drawing/2014/main" id="{6327CA32-AE78-3D7E-81F2-70096D73E6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0D4F59-25AC-BDE7-F318-04643C50F36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7" name="Date Placeholder 6">
            <a:extLst>
              <a:ext uri="{FF2B5EF4-FFF2-40B4-BE49-F238E27FC236}">
                <a16:creationId xmlns:a16="http://schemas.microsoft.com/office/drawing/2014/main" id="{03E44B7C-97F9-F992-DAB8-975C4BAE374D}"/>
              </a:ext>
            </a:extLst>
          </p:cNvPr>
          <p:cNvSpPr>
            <a:spLocks noGrp="1"/>
          </p:cNvSpPr>
          <p:nvPr>
            <p:ph type="dt" sz="half" idx="10"/>
          </p:nvPr>
        </p:nvSpPr>
        <p:spPr/>
        <p:txBody>
          <a:bodyPr/>
          <a:lstStyle/>
          <a:p>
            <a:fld id="{6822D85E-D2FB-42BA-8FC7-836FE23099A3}" type="datetimeFigureOut">
              <a:rPr lang="en-CH" smtClean="0"/>
              <a:t>27.11.2025</a:t>
            </a:fld>
            <a:endParaRPr lang="en-CH"/>
          </a:p>
        </p:txBody>
      </p:sp>
      <p:sp>
        <p:nvSpPr>
          <p:cNvPr id="8" name="Footer Placeholder 7">
            <a:extLst>
              <a:ext uri="{FF2B5EF4-FFF2-40B4-BE49-F238E27FC236}">
                <a16:creationId xmlns:a16="http://schemas.microsoft.com/office/drawing/2014/main" id="{4C18ED40-84B5-4D3C-E632-2691DCF4C271}"/>
              </a:ext>
            </a:extLst>
          </p:cNvPr>
          <p:cNvSpPr>
            <a:spLocks noGrp="1"/>
          </p:cNvSpPr>
          <p:nvPr>
            <p:ph type="ftr" sz="quarter" idx="11"/>
          </p:nvPr>
        </p:nvSpPr>
        <p:spPr/>
        <p:txBody>
          <a:bodyPr/>
          <a:lstStyle/>
          <a:p>
            <a:endParaRPr lang="en-CH"/>
          </a:p>
        </p:txBody>
      </p:sp>
      <p:sp>
        <p:nvSpPr>
          <p:cNvPr id="9" name="Slide Number Placeholder 8">
            <a:extLst>
              <a:ext uri="{FF2B5EF4-FFF2-40B4-BE49-F238E27FC236}">
                <a16:creationId xmlns:a16="http://schemas.microsoft.com/office/drawing/2014/main" id="{EEF0284D-EF9E-76D1-87AB-120A0C2951AF}"/>
              </a:ext>
            </a:extLst>
          </p:cNvPr>
          <p:cNvSpPr>
            <a:spLocks noGrp="1"/>
          </p:cNvSpPr>
          <p:nvPr>
            <p:ph type="sldNum" sz="quarter" idx="12"/>
          </p:nvPr>
        </p:nvSpPr>
        <p:spPr/>
        <p:txBody>
          <a:bodyPr/>
          <a:lstStyle/>
          <a:p>
            <a:fld id="{4640D8EF-264D-4ACB-83B2-78695A2A739C}" type="slidenum">
              <a:rPr lang="en-CH" smtClean="0"/>
              <a:t>‹#›</a:t>
            </a:fld>
            <a:endParaRPr lang="en-CH"/>
          </a:p>
        </p:txBody>
      </p:sp>
    </p:spTree>
    <p:extLst>
      <p:ext uri="{BB962C8B-B14F-4D97-AF65-F5344CB8AC3E}">
        <p14:creationId xmlns:p14="http://schemas.microsoft.com/office/powerpoint/2010/main" val="17607148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3A68D-AAE0-C985-8A1A-588C4D5CF465}"/>
              </a:ext>
            </a:extLst>
          </p:cNvPr>
          <p:cNvSpPr>
            <a:spLocks noGrp="1"/>
          </p:cNvSpPr>
          <p:nvPr>
            <p:ph type="title"/>
          </p:nvPr>
        </p:nvSpPr>
        <p:spPr/>
        <p:txBody>
          <a:bodyPr/>
          <a:lstStyle/>
          <a:p>
            <a:r>
              <a:rPr lang="en-US"/>
              <a:t>Click to edit Master title style</a:t>
            </a:r>
            <a:endParaRPr lang="en-CH"/>
          </a:p>
        </p:txBody>
      </p:sp>
      <p:sp>
        <p:nvSpPr>
          <p:cNvPr id="3" name="Date Placeholder 2">
            <a:extLst>
              <a:ext uri="{FF2B5EF4-FFF2-40B4-BE49-F238E27FC236}">
                <a16:creationId xmlns:a16="http://schemas.microsoft.com/office/drawing/2014/main" id="{DE3A41E0-A075-DB63-7AF4-929E16635700}"/>
              </a:ext>
            </a:extLst>
          </p:cNvPr>
          <p:cNvSpPr>
            <a:spLocks noGrp="1"/>
          </p:cNvSpPr>
          <p:nvPr>
            <p:ph type="dt" sz="half" idx="10"/>
          </p:nvPr>
        </p:nvSpPr>
        <p:spPr/>
        <p:txBody>
          <a:bodyPr/>
          <a:lstStyle/>
          <a:p>
            <a:fld id="{6822D85E-D2FB-42BA-8FC7-836FE23099A3}" type="datetimeFigureOut">
              <a:rPr lang="en-CH" smtClean="0"/>
              <a:t>27.11.2025</a:t>
            </a:fld>
            <a:endParaRPr lang="en-CH"/>
          </a:p>
        </p:txBody>
      </p:sp>
      <p:sp>
        <p:nvSpPr>
          <p:cNvPr id="4" name="Footer Placeholder 3">
            <a:extLst>
              <a:ext uri="{FF2B5EF4-FFF2-40B4-BE49-F238E27FC236}">
                <a16:creationId xmlns:a16="http://schemas.microsoft.com/office/drawing/2014/main" id="{2D812DBD-0C10-7C9D-E1F8-E799730F9BA2}"/>
              </a:ext>
            </a:extLst>
          </p:cNvPr>
          <p:cNvSpPr>
            <a:spLocks noGrp="1"/>
          </p:cNvSpPr>
          <p:nvPr>
            <p:ph type="ftr" sz="quarter" idx="11"/>
          </p:nvPr>
        </p:nvSpPr>
        <p:spPr/>
        <p:txBody>
          <a:bodyPr/>
          <a:lstStyle/>
          <a:p>
            <a:endParaRPr lang="en-CH"/>
          </a:p>
        </p:txBody>
      </p:sp>
      <p:sp>
        <p:nvSpPr>
          <p:cNvPr id="5" name="Slide Number Placeholder 4">
            <a:extLst>
              <a:ext uri="{FF2B5EF4-FFF2-40B4-BE49-F238E27FC236}">
                <a16:creationId xmlns:a16="http://schemas.microsoft.com/office/drawing/2014/main" id="{86369D8D-2E08-3F8B-14D3-392F36B2B757}"/>
              </a:ext>
            </a:extLst>
          </p:cNvPr>
          <p:cNvSpPr>
            <a:spLocks noGrp="1"/>
          </p:cNvSpPr>
          <p:nvPr>
            <p:ph type="sldNum" sz="quarter" idx="12"/>
          </p:nvPr>
        </p:nvSpPr>
        <p:spPr/>
        <p:txBody>
          <a:bodyPr/>
          <a:lstStyle/>
          <a:p>
            <a:fld id="{4640D8EF-264D-4ACB-83B2-78695A2A739C}" type="slidenum">
              <a:rPr lang="en-CH" smtClean="0"/>
              <a:t>‹#›</a:t>
            </a:fld>
            <a:endParaRPr lang="en-CH"/>
          </a:p>
        </p:txBody>
      </p:sp>
    </p:spTree>
    <p:extLst>
      <p:ext uri="{BB962C8B-B14F-4D97-AF65-F5344CB8AC3E}">
        <p14:creationId xmlns:p14="http://schemas.microsoft.com/office/powerpoint/2010/main" val="4025674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8A5908-705A-039B-9A5F-398F8700E5D5}"/>
              </a:ext>
            </a:extLst>
          </p:cNvPr>
          <p:cNvSpPr>
            <a:spLocks noGrp="1"/>
          </p:cNvSpPr>
          <p:nvPr>
            <p:ph type="dt" sz="half" idx="10"/>
          </p:nvPr>
        </p:nvSpPr>
        <p:spPr/>
        <p:txBody>
          <a:bodyPr/>
          <a:lstStyle/>
          <a:p>
            <a:fld id="{6822D85E-D2FB-42BA-8FC7-836FE23099A3}" type="datetimeFigureOut">
              <a:rPr lang="en-CH" smtClean="0"/>
              <a:t>27.11.2025</a:t>
            </a:fld>
            <a:endParaRPr lang="en-CH"/>
          </a:p>
        </p:txBody>
      </p:sp>
      <p:sp>
        <p:nvSpPr>
          <p:cNvPr id="3" name="Footer Placeholder 2">
            <a:extLst>
              <a:ext uri="{FF2B5EF4-FFF2-40B4-BE49-F238E27FC236}">
                <a16:creationId xmlns:a16="http://schemas.microsoft.com/office/drawing/2014/main" id="{B275E28F-6BBB-7A41-A2B3-14C658686A52}"/>
              </a:ext>
            </a:extLst>
          </p:cNvPr>
          <p:cNvSpPr>
            <a:spLocks noGrp="1"/>
          </p:cNvSpPr>
          <p:nvPr>
            <p:ph type="ftr" sz="quarter" idx="11"/>
          </p:nvPr>
        </p:nvSpPr>
        <p:spPr/>
        <p:txBody>
          <a:bodyPr/>
          <a:lstStyle/>
          <a:p>
            <a:endParaRPr lang="en-CH"/>
          </a:p>
        </p:txBody>
      </p:sp>
      <p:sp>
        <p:nvSpPr>
          <p:cNvPr id="4" name="Slide Number Placeholder 3">
            <a:extLst>
              <a:ext uri="{FF2B5EF4-FFF2-40B4-BE49-F238E27FC236}">
                <a16:creationId xmlns:a16="http://schemas.microsoft.com/office/drawing/2014/main" id="{F4C28951-6AF4-FD15-A61E-784E82A3C7C9}"/>
              </a:ext>
            </a:extLst>
          </p:cNvPr>
          <p:cNvSpPr>
            <a:spLocks noGrp="1"/>
          </p:cNvSpPr>
          <p:nvPr>
            <p:ph type="sldNum" sz="quarter" idx="12"/>
          </p:nvPr>
        </p:nvSpPr>
        <p:spPr/>
        <p:txBody>
          <a:bodyPr/>
          <a:lstStyle/>
          <a:p>
            <a:fld id="{4640D8EF-264D-4ACB-83B2-78695A2A739C}" type="slidenum">
              <a:rPr lang="en-CH" smtClean="0"/>
              <a:t>‹#›</a:t>
            </a:fld>
            <a:endParaRPr lang="en-CH"/>
          </a:p>
        </p:txBody>
      </p:sp>
    </p:spTree>
    <p:extLst>
      <p:ext uri="{BB962C8B-B14F-4D97-AF65-F5344CB8AC3E}">
        <p14:creationId xmlns:p14="http://schemas.microsoft.com/office/powerpoint/2010/main" val="5124047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F6AF2-6D81-2E5B-40CB-A11B62AD6C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H"/>
          </a:p>
        </p:txBody>
      </p:sp>
      <p:sp>
        <p:nvSpPr>
          <p:cNvPr id="3" name="Content Placeholder 2">
            <a:extLst>
              <a:ext uri="{FF2B5EF4-FFF2-40B4-BE49-F238E27FC236}">
                <a16:creationId xmlns:a16="http://schemas.microsoft.com/office/drawing/2014/main" id="{D9B2632D-8C41-6360-F2DC-D62D3C8A4D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Text Placeholder 3">
            <a:extLst>
              <a:ext uri="{FF2B5EF4-FFF2-40B4-BE49-F238E27FC236}">
                <a16:creationId xmlns:a16="http://schemas.microsoft.com/office/drawing/2014/main" id="{FF0F01BC-FFB2-B596-7847-8885EF2760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F5B486-74B3-E844-5156-EBF113DC274E}"/>
              </a:ext>
            </a:extLst>
          </p:cNvPr>
          <p:cNvSpPr>
            <a:spLocks noGrp="1"/>
          </p:cNvSpPr>
          <p:nvPr>
            <p:ph type="dt" sz="half" idx="10"/>
          </p:nvPr>
        </p:nvSpPr>
        <p:spPr/>
        <p:txBody>
          <a:bodyPr/>
          <a:lstStyle/>
          <a:p>
            <a:fld id="{6822D85E-D2FB-42BA-8FC7-836FE23099A3}" type="datetimeFigureOut">
              <a:rPr lang="en-CH" smtClean="0"/>
              <a:t>27.11.2025</a:t>
            </a:fld>
            <a:endParaRPr lang="en-CH"/>
          </a:p>
        </p:txBody>
      </p:sp>
      <p:sp>
        <p:nvSpPr>
          <p:cNvPr id="6" name="Footer Placeholder 5">
            <a:extLst>
              <a:ext uri="{FF2B5EF4-FFF2-40B4-BE49-F238E27FC236}">
                <a16:creationId xmlns:a16="http://schemas.microsoft.com/office/drawing/2014/main" id="{15FFE6D4-6BB5-44EA-8410-417250F8B089}"/>
              </a:ext>
            </a:extLst>
          </p:cNvPr>
          <p:cNvSpPr>
            <a:spLocks noGrp="1"/>
          </p:cNvSpPr>
          <p:nvPr>
            <p:ph type="ftr" sz="quarter" idx="11"/>
          </p:nvPr>
        </p:nvSpPr>
        <p:spPr/>
        <p:txBody>
          <a:bodyPr/>
          <a:lstStyle/>
          <a:p>
            <a:endParaRPr lang="en-CH"/>
          </a:p>
        </p:txBody>
      </p:sp>
      <p:sp>
        <p:nvSpPr>
          <p:cNvPr id="7" name="Slide Number Placeholder 6">
            <a:extLst>
              <a:ext uri="{FF2B5EF4-FFF2-40B4-BE49-F238E27FC236}">
                <a16:creationId xmlns:a16="http://schemas.microsoft.com/office/drawing/2014/main" id="{C87747E0-FA6C-6CF7-3537-5EC82E90AD1A}"/>
              </a:ext>
            </a:extLst>
          </p:cNvPr>
          <p:cNvSpPr>
            <a:spLocks noGrp="1"/>
          </p:cNvSpPr>
          <p:nvPr>
            <p:ph type="sldNum" sz="quarter" idx="12"/>
          </p:nvPr>
        </p:nvSpPr>
        <p:spPr/>
        <p:txBody>
          <a:bodyPr/>
          <a:lstStyle/>
          <a:p>
            <a:fld id="{4640D8EF-264D-4ACB-83B2-78695A2A739C}" type="slidenum">
              <a:rPr lang="en-CH" smtClean="0"/>
              <a:t>‹#›</a:t>
            </a:fld>
            <a:endParaRPr lang="en-CH"/>
          </a:p>
        </p:txBody>
      </p:sp>
    </p:spTree>
    <p:extLst>
      <p:ext uri="{BB962C8B-B14F-4D97-AF65-F5344CB8AC3E}">
        <p14:creationId xmlns:p14="http://schemas.microsoft.com/office/powerpoint/2010/main" val="40501915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75834-43C0-136D-689A-A2E56032D5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H"/>
          </a:p>
        </p:txBody>
      </p:sp>
      <p:sp>
        <p:nvSpPr>
          <p:cNvPr id="3" name="Picture Placeholder 2">
            <a:extLst>
              <a:ext uri="{FF2B5EF4-FFF2-40B4-BE49-F238E27FC236}">
                <a16:creationId xmlns:a16="http://schemas.microsoft.com/office/drawing/2014/main" id="{9A6B70DF-2B03-92C6-B124-F26CB22975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H"/>
          </a:p>
        </p:txBody>
      </p:sp>
      <p:sp>
        <p:nvSpPr>
          <p:cNvPr id="4" name="Text Placeholder 3">
            <a:extLst>
              <a:ext uri="{FF2B5EF4-FFF2-40B4-BE49-F238E27FC236}">
                <a16:creationId xmlns:a16="http://schemas.microsoft.com/office/drawing/2014/main" id="{8249C63E-FF79-0BC1-5EC4-AD48CAA662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C4D772-B9CD-C112-6525-79B7E7A9D359}"/>
              </a:ext>
            </a:extLst>
          </p:cNvPr>
          <p:cNvSpPr>
            <a:spLocks noGrp="1"/>
          </p:cNvSpPr>
          <p:nvPr>
            <p:ph type="dt" sz="half" idx="10"/>
          </p:nvPr>
        </p:nvSpPr>
        <p:spPr/>
        <p:txBody>
          <a:bodyPr/>
          <a:lstStyle/>
          <a:p>
            <a:fld id="{6822D85E-D2FB-42BA-8FC7-836FE23099A3}" type="datetimeFigureOut">
              <a:rPr lang="en-CH" smtClean="0"/>
              <a:t>27.11.2025</a:t>
            </a:fld>
            <a:endParaRPr lang="en-CH"/>
          </a:p>
        </p:txBody>
      </p:sp>
      <p:sp>
        <p:nvSpPr>
          <p:cNvPr id="6" name="Footer Placeholder 5">
            <a:extLst>
              <a:ext uri="{FF2B5EF4-FFF2-40B4-BE49-F238E27FC236}">
                <a16:creationId xmlns:a16="http://schemas.microsoft.com/office/drawing/2014/main" id="{FB5E19AB-C4A8-BADD-AC2F-D5E68B5C072B}"/>
              </a:ext>
            </a:extLst>
          </p:cNvPr>
          <p:cNvSpPr>
            <a:spLocks noGrp="1"/>
          </p:cNvSpPr>
          <p:nvPr>
            <p:ph type="ftr" sz="quarter" idx="11"/>
          </p:nvPr>
        </p:nvSpPr>
        <p:spPr/>
        <p:txBody>
          <a:bodyPr/>
          <a:lstStyle/>
          <a:p>
            <a:endParaRPr lang="en-CH"/>
          </a:p>
        </p:txBody>
      </p:sp>
      <p:sp>
        <p:nvSpPr>
          <p:cNvPr id="7" name="Slide Number Placeholder 6">
            <a:extLst>
              <a:ext uri="{FF2B5EF4-FFF2-40B4-BE49-F238E27FC236}">
                <a16:creationId xmlns:a16="http://schemas.microsoft.com/office/drawing/2014/main" id="{35BCDD44-7671-B8D6-3BF7-AB454077F490}"/>
              </a:ext>
            </a:extLst>
          </p:cNvPr>
          <p:cNvSpPr>
            <a:spLocks noGrp="1"/>
          </p:cNvSpPr>
          <p:nvPr>
            <p:ph type="sldNum" sz="quarter" idx="12"/>
          </p:nvPr>
        </p:nvSpPr>
        <p:spPr/>
        <p:txBody>
          <a:bodyPr/>
          <a:lstStyle/>
          <a:p>
            <a:fld id="{4640D8EF-264D-4ACB-83B2-78695A2A739C}" type="slidenum">
              <a:rPr lang="en-CH" smtClean="0"/>
              <a:t>‹#›</a:t>
            </a:fld>
            <a:endParaRPr lang="en-CH"/>
          </a:p>
        </p:txBody>
      </p:sp>
    </p:spTree>
    <p:extLst>
      <p:ext uri="{BB962C8B-B14F-4D97-AF65-F5344CB8AC3E}">
        <p14:creationId xmlns:p14="http://schemas.microsoft.com/office/powerpoint/2010/main" val="17281373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97174-636B-05F1-0FD0-935CA0BC8F22}"/>
              </a:ext>
            </a:extLst>
          </p:cNvPr>
          <p:cNvSpPr>
            <a:spLocks noGrp="1"/>
          </p:cNvSpPr>
          <p:nvPr>
            <p:ph type="title"/>
          </p:nvPr>
        </p:nvSpPr>
        <p:spPr/>
        <p:txBody>
          <a:bodyPr/>
          <a:lstStyle/>
          <a:p>
            <a:r>
              <a:rPr lang="en-US"/>
              <a:t>Click to edit Master title style</a:t>
            </a:r>
            <a:endParaRPr lang="en-CH"/>
          </a:p>
        </p:txBody>
      </p:sp>
      <p:sp>
        <p:nvSpPr>
          <p:cNvPr id="3" name="Vertical Text Placeholder 2">
            <a:extLst>
              <a:ext uri="{FF2B5EF4-FFF2-40B4-BE49-F238E27FC236}">
                <a16:creationId xmlns:a16="http://schemas.microsoft.com/office/drawing/2014/main" id="{8CB5D4A5-E563-A731-7448-7AE4200F648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Date Placeholder 3">
            <a:extLst>
              <a:ext uri="{FF2B5EF4-FFF2-40B4-BE49-F238E27FC236}">
                <a16:creationId xmlns:a16="http://schemas.microsoft.com/office/drawing/2014/main" id="{5C9E0476-19DF-9631-2CB0-9C6CC4292FF1}"/>
              </a:ext>
            </a:extLst>
          </p:cNvPr>
          <p:cNvSpPr>
            <a:spLocks noGrp="1"/>
          </p:cNvSpPr>
          <p:nvPr>
            <p:ph type="dt" sz="half" idx="10"/>
          </p:nvPr>
        </p:nvSpPr>
        <p:spPr/>
        <p:txBody>
          <a:bodyPr/>
          <a:lstStyle/>
          <a:p>
            <a:fld id="{6822D85E-D2FB-42BA-8FC7-836FE23099A3}" type="datetimeFigureOut">
              <a:rPr lang="en-CH" smtClean="0"/>
              <a:t>27.11.2025</a:t>
            </a:fld>
            <a:endParaRPr lang="en-CH"/>
          </a:p>
        </p:txBody>
      </p:sp>
      <p:sp>
        <p:nvSpPr>
          <p:cNvPr id="5" name="Footer Placeholder 4">
            <a:extLst>
              <a:ext uri="{FF2B5EF4-FFF2-40B4-BE49-F238E27FC236}">
                <a16:creationId xmlns:a16="http://schemas.microsoft.com/office/drawing/2014/main" id="{4291881E-D2E9-0F02-0BCA-C9C32322E07C}"/>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C4C27212-AC9A-4AF5-F7CB-692C441023ED}"/>
              </a:ext>
            </a:extLst>
          </p:cNvPr>
          <p:cNvSpPr>
            <a:spLocks noGrp="1"/>
          </p:cNvSpPr>
          <p:nvPr>
            <p:ph type="sldNum" sz="quarter" idx="12"/>
          </p:nvPr>
        </p:nvSpPr>
        <p:spPr/>
        <p:txBody>
          <a:bodyPr/>
          <a:lstStyle/>
          <a:p>
            <a:fld id="{4640D8EF-264D-4ACB-83B2-78695A2A739C}" type="slidenum">
              <a:rPr lang="en-CH" smtClean="0"/>
              <a:t>‹#›</a:t>
            </a:fld>
            <a:endParaRPr lang="en-CH"/>
          </a:p>
        </p:txBody>
      </p:sp>
    </p:spTree>
    <p:extLst>
      <p:ext uri="{BB962C8B-B14F-4D97-AF65-F5344CB8AC3E}">
        <p14:creationId xmlns:p14="http://schemas.microsoft.com/office/powerpoint/2010/main" val="4086510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9659B8-466C-82C1-E42C-F0F7D11BFDE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H"/>
          </a:p>
        </p:txBody>
      </p:sp>
      <p:sp>
        <p:nvSpPr>
          <p:cNvPr id="3" name="Vertical Text Placeholder 2">
            <a:extLst>
              <a:ext uri="{FF2B5EF4-FFF2-40B4-BE49-F238E27FC236}">
                <a16:creationId xmlns:a16="http://schemas.microsoft.com/office/drawing/2014/main" id="{D7CD60FE-197A-D23E-F76E-F008F264724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Date Placeholder 3">
            <a:extLst>
              <a:ext uri="{FF2B5EF4-FFF2-40B4-BE49-F238E27FC236}">
                <a16:creationId xmlns:a16="http://schemas.microsoft.com/office/drawing/2014/main" id="{22657D21-E03A-E176-55B3-1D7044C5A601}"/>
              </a:ext>
            </a:extLst>
          </p:cNvPr>
          <p:cNvSpPr>
            <a:spLocks noGrp="1"/>
          </p:cNvSpPr>
          <p:nvPr>
            <p:ph type="dt" sz="half" idx="10"/>
          </p:nvPr>
        </p:nvSpPr>
        <p:spPr/>
        <p:txBody>
          <a:bodyPr/>
          <a:lstStyle/>
          <a:p>
            <a:fld id="{6822D85E-D2FB-42BA-8FC7-836FE23099A3}" type="datetimeFigureOut">
              <a:rPr lang="en-CH" smtClean="0"/>
              <a:t>27.11.2025</a:t>
            </a:fld>
            <a:endParaRPr lang="en-CH"/>
          </a:p>
        </p:txBody>
      </p:sp>
      <p:sp>
        <p:nvSpPr>
          <p:cNvPr id="5" name="Footer Placeholder 4">
            <a:extLst>
              <a:ext uri="{FF2B5EF4-FFF2-40B4-BE49-F238E27FC236}">
                <a16:creationId xmlns:a16="http://schemas.microsoft.com/office/drawing/2014/main" id="{6BF60905-A904-5633-5B42-EEE635934792}"/>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5C289641-A98D-845C-8A99-3701BB64EC03}"/>
              </a:ext>
            </a:extLst>
          </p:cNvPr>
          <p:cNvSpPr>
            <a:spLocks noGrp="1"/>
          </p:cNvSpPr>
          <p:nvPr>
            <p:ph type="sldNum" sz="quarter" idx="12"/>
          </p:nvPr>
        </p:nvSpPr>
        <p:spPr/>
        <p:txBody>
          <a:bodyPr/>
          <a:lstStyle/>
          <a:p>
            <a:fld id="{4640D8EF-264D-4ACB-83B2-78695A2A739C}" type="slidenum">
              <a:rPr lang="en-CH" smtClean="0"/>
              <a:t>‹#›</a:t>
            </a:fld>
            <a:endParaRPr lang="en-CH"/>
          </a:p>
        </p:txBody>
      </p:sp>
    </p:spTree>
    <p:extLst>
      <p:ext uri="{BB962C8B-B14F-4D97-AF65-F5344CB8AC3E}">
        <p14:creationId xmlns:p14="http://schemas.microsoft.com/office/powerpoint/2010/main" val="2872401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1D49F9-6B96-1D11-D84D-0434E808641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H"/>
          </a:p>
        </p:txBody>
      </p:sp>
      <p:sp>
        <p:nvSpPr>
          <p:cNvPr id="3" name="Text Placeholder 2">
            <a:extLst>
              <a:ext uri="{FF2B5EF4-FFF2-40B4-BE49-F238E27FC236}">
                <a16:creationId xmlns:a16="http://schemas.microsoft.com/office/drawing/2014/main" id="{461E8385-F834-0C01-3AF5-44774EC643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Date Placeholder 3">
            <a:extLst>
              <a:ext uri="{FF2B5EF4-FFF2-40B4-BE49-F238E27FC236}">
                <a16:creationId xmlns:a16="http://schemas.microsoft.com/office/drawing/2014/main" id="{D5E9855F-B99D-42E5-810F-39601309F9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822D85E-D2FB-42BA-8FC7-836FE23099A3}" type="datetimeFigureOut">
              <a:rPr lang="en-CH" smtClean="0"/>
              <a:t>27.11.2025</a:t>
            </a:fld>
            <a:endParaRPr lang="en-CH"/>
          </a:p>
        </p:txBody>
      </p:sp>
      <p:sp>
        <p:nvSpPr>
          <p:cNvPr id="5" name="Footer Placeholder 4">
            <a:extLst>
              <a:ext uri="{FF2B5EF4-FFF2-40B4-BE49-F238E27FC236}">
                <a16:creationId xmlns:a16="http://schemas.microsoft.com/office/drawing/2014/main" id="{37D9BC98-12E9-A603-E9AE-791F8652C3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H"/>
          </a:p>
        </p:txBody>
      </p:sp>
      <p:sp>
        <p:nvSpPr>
          <p:cNvPr id="6" name="Slide Number Placeholder 5">
            <a:extLst>
              <a:ext uri="{FF2B5EF4-FFF2-40B4-BE49-F238E27FC236}">
                <a16:creationId xmlns:a16="http://schemas.microsoft.com/office/drawing/2014/main" id="{2F853DD4-385C-18A4-C6FC-81542A7FCF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640D8EF-264D-4ACB-83B2-78695A2A739C}" type="slidenum">
              <a:rPr lang="en-CH" smtClean="0"/>
              <a:t>‹#›</a:t>
            </a:fld>
            <a:endParaRPr lang="en-CH"/>
          </a:p>
        </p:txBody>
      </p:sp>
    </p:spTree>
    <p:extLst>
      <p:ext uri="{BB962C8B-B14F-4D97-AF65-F5344CB8AC3E}">
        <p14:creationId xmlns:p14="http://schemas.microsoft.com/office/powerpoint/2010/main" val="31496169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CB8F7-C293-9C78-3BC3-0641996ACC96}"/>
              </a:ext>
            </a:extLst>
          </p:cNvPr>
          <p:cNvSpPr>
            <a:spLocks noGrp="1"/>
          </p:cNvSpPr>
          <p:nvPr>
            <p:ph type="title"/>
          </p:nvPr>
        </p:nvSpPr>
        <p:spPr>
          <a:xfrm>
            <a:off x="6103650" y="741391"/>
            <a:ext cx="5219307" cy="4993203"/>
          </a:xfrm>
        </p:spPr>
        <p:txBody>
          <a:bodyPr anchor="b">
            <a:normAutofit/>
          </a:bodyPr>
          <a:lstStyle/>
          <a:p>
            <a:r>
              <a:rPr lang="en-US" sz="1800" dirty="0"/>
              <a:t>Made resampling function. </a:t>
            </a:r>
            <a:br>
              <a:rPr lang="en-US" sz="1800" dirty="0"/>
            </a:br>
            <a:r>
              <a:rPr lang="en-US" sz="1800" dirty="0"/>
              <a:t>- can make this degree 2 if needed</a:t>
            </a:r>
            <a:br>
              <a:rPr lang="en-US" sz="1800" dirty="0"/>
            </a:br>
            <a:r>
              <a:rPr lang="en-US" sz="1800" dirty="0"/>
              <a:t>-no need for the microscope to output integer wavenumbers and datapoints. Its easily doable and integrated in the pipeline.</a:t>
            </a:r>
            <a:br>
              <a:rPr lang="en-US" sz="1800" dirty="0"/>
            </a:br>
            <a:r>
              <a:rPr lang="en-US" sz="1800" dirty="0"/>
              <a:t>- discuss loss of data/over-representation </a:t>
            </a:r>
            <a:r>
              <a:rPr lang="en-US" sz="1800"/>
              <a:t>of data.</a:t>
            </a: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endParaRPr lang="en-CH" sz="1800" dirty="0"/>
          </a:p>
        </p:txBody>
      </p:sp>
      <p:sp>
        <p:nvSpPr>
          <p:cNvPr id="22" name="Rectangle 21">
            <a:extLst>
              <a:ext uri="{FF2B5EF4-FFF2-40B4-BE49-F238E27FC236}">
                <a16:creationId xmlns:a16="http://schemas.microsoft.com/office/drawing/2014/main" id="{3C2FC81D-C43B-D6D3-660A-B463918C2A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334923" cy="6858000"/>
          </a:xfrm>
          <a:prstGeom prst="rect">
            <a:avLst/>
          </a:prstGeom>
          <a:solidFill>
            <a:schemeClr val="bg1">
              <a:lumMod val="95000"/>
              <a:alpha val="88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BDDB3F1B-9976-8542-B149-C66F2061F22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381" y="0"/>
            <a:ext cx="123362" cy="6858000"/>
            <a:chOff x="12068638" y="0"/>
            <a:chExt cx="123362" cy="6858000"/>
          </a:xfrm>
        </p:grpSpPr>
        <p:sp>
          <p:nvSpPr>
            <p:cNvPr id="19" name="Rectangle 18">
              <a:extLst>
                <a:ext uri="{FF2B5EF4-FFF2-40B4-BE49-F238E27FC236}">
                  <a16:creationId xmlns:a16="http://schemas.microsoft.com/office/drawing/2014/main" id="{023A3929-30D6-0483-783F-8C676BF166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20AF78C-8B49-5B80-2FA4-B815E7506B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27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Content Placeholder 4">
            <a:extLst>
              <a:ext uri="{FF2B5EF4-FFF2-40B4-BE49-F238E27FC236}">
                <a16:creationId xmlns:a16="http://schemas.microsoft.com/office/drawing/2014/main" id="{2609EF25-E264-6975-D375-B27C9F9CAD5C}"/>
              </a:ext>
            </a:extLst>
          </p:cNvPr>
          <p:cNvPicPr>
            <a:picLocks noChangeAspect="1"/>
          </p:cNvPicPr>
          <p:nvPr/>
        </p:nvPicPr>
        <p:blipFill>
          <a:blip r:embed="rId2"/>
          <a:stretch>
            <a:fillRect/>
          </a:stretch>
        </p:blipFill>
        <p:spPr>
          <a:xfrm>
            <a:off x="406401" y="428024"/>
            <a:ext cx="4712834" cy="2615622"/>
          </a:xfrm>
          <a:prstGeom prst="rect">
            <a:avLst/>
          </a:prstGeom>
        </p:spPr>
      </p:pic>
      <p:pic>
        <p:nvPicPr>
          <p:cNvPr id="9" name="Picture 8" descr="A graph of a graph&#10;&#10;AI-generated content may be incorrect.">
            <a:extLst>
              <a:ext uri="{FF2B5EF4-FFF2-40B4-BE49-F238E27FC236}">
                <a16:creationId xmlns:a16="http://schemas.microsoft.com/office/drawing/2014/main" id="{CA852252-6D51-831A-815A-10605638FA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6401" y="3278778"/>
            <a:ext cx="4643286" cy="3151198"/>
          </a:xfrm>
          <a:prstGeom prst="rect">
            <a:avLst/>
          </a:prstGeom>
        </p:spPr>
      </p:pic>
    </p:spTree>
    <p:extLst>
      <p:ext uri="{BB962C8B-B14F-4D97-AF65-F5344CB8AC3E}">
        <p14:creationId xmlns:p14="http://schemas.microsoft.com/office/powerpoint/2010/main" val="39656196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9FDA-A1E7-CA7F-51B2-7BBAE941BBFA}"/>
              </a:ext>
            </a:extLst>
          </p:cNvPr>
          <p:cNvSpPr>
            <a:spLocks noGrp="1"/>
          </p:cNvSpPr>
          <p:nvPr>
            <p:ph type="title"/>
          </p:nvPr>
        </p:nvSpPr>
        <p:spPr>
          <a:xfrm>
            <a:off x="5733288" y="365125"/>
            <a:ext cx="6062472" cy="6035675"/>
          </a:xfrm>
        </p:spPr>
        <p:txBody>
          <a:bodyPr>
            <a:normAutofit/>
          </a:bodyPr>
          <a:lstStyle/>
          <a:p>
            <a:r>
              <a:rPr lang="en-US" sz="2800" dirty="0"/>
              <a:t>Training cycle.</a:t>
            </a:r>
            <a:br>
              <a:rPr lang="en-US" sz="2800" dirty="0"/>
            </a:br>
            <a:br>
              <a:rPr lang="en-US" sz="2800" dirty="0"/>
            </a:br>
            <a:r>
              <a:rPr lang="en-US" sz="1800" dirty="0"/>
              <a:t>It currently looks a lot like gradient descent. Epochs are able to fine tune more and more. May introduce batches later: validation set and training set, randomly re-selected at each epoch.</a:t>
            </a:r>
            <a:br>
              <a:rPr lang="en-US" sz="1800" dirty="0"/>
            </a:br>
            <a:br>
              <a:rPr lang="en-US" sz="2800" dirty="0"/>
            </a:br>
            <a:r>
              <a:rPr lang="en-US" sz="1800" dirty="0"/>
              <a:t>Epochs are independent of the training cycle. If the machine is powerful enough, one can make as many as needed to get good weights. Careful with overfitting.</a:t>
            </a:r>
            <a:br>
              <a:rPr lang="en-US" sz="1800" dirty="0"/>
            </a:br>
            <a:br>
              <a:rPr lang="en-US" sz="1800" dirty="0"/>
            </a:br>
            <a:endParaRPr lang="en-US" sz="2800" dirty="0"/>
          </a:p>
        </p:txBody>
      </p:sp>
      <p:pic>
        <p:nvPicPr>
          <p:cNvPr id="5" name="Picture 4">
            <a:extLst>
              <a:ext uri="{FF2B5EF4-FFF2-40B4-BE49-F238E27FC236}">
                <a16:creationId xmlns:a16="http://schemas.microsoft.com/office/drawing/2014/main" id="{1CF51499-94DB-2E4A-9C5E-C69564579786}"/>
              </a:ext>
            </a:extLst>
          </p:cNvPr>
          <p:cNvPicPr>
            <a:picLocks noChangeAspect="1"/>
          </p:cNvPicPr>
          <p:nvPr/>
        </p:nvPicPr>
        <p:blipFill>
          <a:blip r:embed="rId2"/>
          <a:stretch>
            <a:fillRect/>
          </a:stretch>
        </p:blipFill>
        <p:spPr>
          <a:xfrm>
            <a:off x="258718" y="834174"/>
            <a:ext cx="5182323" cy="3086531"/>
          </a:xfrm>
          <a:prstGeom prst="rect">
            <a:avLst/>
          </a:prstGeom>
        </p:spPr>
      </p:pic>
    </p:spTree>
    <p:extLst>
      <p:ext uri="{BB962C8B-B14F-4D97-AF65-F5344CB8AC3E}">
        <p14:creationId xmlns:p14="http://schemas.microsoft.com/office/powerpoint/2010/main" val="41277251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D7E69-F929-4424-6E0E-E281B854A1F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9D28135-808B-59DC-19CC-2CA65BE5AD93}"/>
              </a:ext>
            </a:extLst>
          </p:cNvPr>
          <p:cNvSpPr>
            <a:spLocks noGrp="1"/>
          </p:cNvSpPr>
          <p:nvPr>
            <p:ph idx="1"/>
          </p:nvPr>
        </p:nvSpPr>
        <p:spPr/>
        <p:txBody>
          <a:bodyPr>
            <a:normAutofit/>
          </a:bodyPr>
          <a:lstStyle/>
          <a:p>
            <a:pPr marL="0" indent="0">
              <a:buNone/>
            </a:pPr>
            <a:r>
              <a:rPr lang="en-US" sz="1800" dirty="0"/>
              <a:t>Currently having problems with dimensions of data input. Different samples have different amount of data points. Consider taking higher interval and treating missing datapoints  as 0 or NULL.</a:t>
            </a:r>
          </a:p>
          <a:p>
            <a:pPr marL="0" indent="0">
              <a:buNone/>
            </a:pPr>
            <a:r>
              <a:rPr lang="en-US" sz="1800" dirty="0"/>
              <a:t>-&gt;actually, the best option is to do a mask layer (in addition to adding 0s at the end), with either 0s or 1s, which tells the network which datapoints are valid and which not. Nodes with 0s will have no impact on the dense layers after. 650 to 810nm range</a:t>
            </a:r>
            <a:br>
              <a:rPr lang="en-US" sz="1800" dirty="0"/>
            </a:br>
            <a:br>
              <a:rPr lang="en-US" sz="1800" dirty="0"/>
            </a:br>
            <a:r>
              <a:rPr lang="en-US" sz="1800" dirty="0"/>
              <a:t>Possibility to add GUI for training such that when a good amount of samples are added, one can re-train at home. Then re-store the model cache. Make user friendly</a:t>
            </a:r>
          </a:p>
          <a:p>
            <a:pPr marL="0" indent="0">
              <a:buNone/>
            </a:pPr>
            <a:endParaRPr lang="en-US" sz="1800" dirty="0"/>
          </a:p>
          <a:p>
            <a:pPr marL="0" indent="0">
              <a:buNone/>
            </a:pPr>
            <a:endParaRPr lang="en-US" sz="1800" dirty="0"/>
          </a:p>
          <a:p>
            <a:pPr marL="0" indent="0">
              <a:buNone/>
            </a:pPr>
            <a:r>
              <a:rPr lang="en-US" sz="1800" dirty="0"/>
              <a:t>For next week: Design the “actual” testing.</a:t>
            </a:r>
          </a:p>
          <a:p>
            <a:pPr marL="0" indent="0">
              <a:buNone/>
            </a:pPr>
            <a:r>
              <a:rPr lang="en-US" sz="1800" dirty="0"/>
              <a:t>-&gt; Taking a sample from user and instead of calling peak detection, call network.</a:t>
            </a:r>
          </a:p>
          <a:p>
            <a:pPr marL="0" indent="0">
              <a:buNone/>
            </a:pPr>
            <a:r>
              <a:rPr lang="en-US" sz="1800" dirty="0"/>
              <a:t>-&gt; Design the output: Type of microplastic (for now it will be 1 sample) and % of confidence. Make a GUI also.</a:t>
            </a:r>
          </a:p>
        </p:txBody>
      </p:sp>
    </p:spTree>
    <p:extLst>
      <p:ext uri="{BB962C8B-B14F-4D97-AF65-F5344CB8AC3E}">
        <p14:creationId xmlns:p14="http://schemas.microsoft.com/office/powerpoint/2010/main" val="22073700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31135-10A5-1294-D149-FFF6C1F8DD1D}"/>
              </a:ext>
            </a:extLst>
          </p:cNvPr>
          <p:cNvSpPr>
            <a:spLocks noGrp="1"/>
          </p:cNvSpPr>
          <p:nvPr>
            <p:ph type="title"/>
          </p:nvPr>
        </p:nvSpPr>
        <p:spPr>
          <a:xfrm>
            <a:off x="391668" y="127381"/>
            <a:ext cx="10515600" cy="1325563"/>
          </a:xfrm>
        </p:spPr>
        <p:txBody>
          <a:bodyPr>
            <a:normAutofit/>
          </a:bodyPr>
          <a:lstStyle/>
          <a:p>
            <a:r>
              <a:rPr lang="en-US" sz="4000" dirty="0"/>
              <a:t>Database structure (for info)</a:t>
            </a:r>
          </a:p>
        </p:txBody>
      </p:sp>
      <p:sp>
        <p:nvSpPr>
          <p:cNvPr id="6" name="Content Placeholder 2">
            <a:extLst>
              <a:ext uri="{FF2B5EF4-FFF2-40B4-BE49-F238E27FC236}">
                <a16:creationId xmlns:a16="http://schemas.microsoft.com/office/drawing/2014/main" id="{3D1D32B1-9EF4-0946-2663-44FD2761AF21}"/>
              </a:ext>
            </a:extLst>
          </p:cNvPr>
          <p:cNvSpPr txBox="1">
            <a:spLocks/>
          </p:cNvSpPr>
          <p:nvPr/>
        </p:nvSpPr>
        <p:spPr>
          <a:xfrm>
            <a:off x="391668" y="1216152"/>
            <a:ext cx="9622536" cy="45811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t>Abandon the idea of columns as wavenumbers. </a:t>
            </a:r>
          </a:p>
          <a:p>
            <a:pPr marL="0" indent="0">
              <a:buFont typeface="Arial" panose="020B0604020202020204" pitchFamily="34" charset="0"/>
              <a:buNone/>
            </a:pPr>
            <a:r>
              <a:rPr lang="en-US" sz="1800" dirty="0"/>
              <a:t>-&gt; The SQL works better by being able to fetch directly one value given one wavelength and ID sample. So we keep that structure and call the datapoints each time. For epochs trainings, the current samples are stored in the RAM, so it shouldn’t have performances issues (it hasn’t yet).</a:t>
            </a:r>
          </a:p>
          <a:p>
            <a:pPr marL="0" indent="0">
              <a:buFont typeface="Arial" panose="020B0604020202020204" pitchFamily="34" charset="0"/>
              <a:buNone/>
            </a:pPr>
            <a:r>
              <a:rPr lang="en-US" sz="1800" dirty="0" err="1"/>
              <a:t>DataTensor</a:t>
            </a:r>
            <a:r>
              <a:rPr lang="en-US" sz="1800" dirty="0"/>
              <a:t>  or </a:t>
            </a:r>
            <a:r>
              <a:rPr lang="en-US" sz="1800" dirty="0" err="1"/>
              <a:t>torch.tensor</a:t>
            </a:r>
            <a:r>
              <a:rPr lang="en-US" sz="1800" dirty="0"/>
              <a:t> structure.</a:t>
            </a:r>
          </a:p>
          <a:p>
            <a:pPr marL="0" indent="0">
              <a:buFont typeface="Arial" panose="020B0604020202020204" pitchFamily="34" charset="0"/>
              <a:buNone/>
            </a:pPr>
            <a:endParaRPr lang="en-US" sz="1800" dirty="0"/>
          </a:p>
          <a:p>
            <a:pPr marL="0" indent="0">
              <a:buFont typeface="Arial" panose="020B0604020202020204" pitchFamily="34" charset="0"/>
              <a:buNone/>
            </a:pPr>
            <a:endParaRPr lang="en-US" sz="1800" dirty="0"/>
          </a:p>
        </p:txBody>
      </p:sp>
    </p:spTree>
    <p:extLst>
      <p:ext uri="{BB962C8B-B14F-4D97-AF65-F5344CB8AC3E}">
        <p14:creationId xmlns:p14="http://schemas.microsoft.com/office/powerpoint/2010/main" val="23386062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8851E-B338-CAB4-C8DD-490B9A90563D}"/>
              </a:ext>
            </a:extLst>
          </p:cNvPr>
          <p:cNvSpPr>
            <a:spLocks noGrp="1"/>
          </p:cNvSpPr>
          <p:nvPr>
            <p:ph type="title"/>
          </p:nvPr>
        </p:nvSpPr>
        <p:spPr>
          <a:xfrm>
            <a:off x="216790" y="18255"/>
            <a:ext cx="10515600" cy="1325563"/>
          </a:xfrm>
        </p:spPr>
        <p:txBody>
          <a:bodyPr/>
          <a:lstStyle/>
          <a:p>
            <a:r>
              <a:rPr lang="en-US" dirty="0"/>
              <a:t>Pi4-Pi5</a:t>
            </a:r>
          </a:p>
        </p:txBody>
      </p:sp>
      <p:sp>
        <p:nvSpPr>
          <p:cNvPr id="3" name="Content Placeholder 2">
            <a:extLst>
              <a:ext uri="{FF2B5EF4-FFF2-40B4-BE49-F238E27FC236}">
                <a16:creationId xmlns:a16="http://schemas.microsoft.com/office/drawing/2014/main" id="{6239460A-1F42-8B06-4B92-52AE30282D4C}"/>
              </a:ext>
            </a:extLst>
          </p:cNvPr>
          <p:cNvSpPr>
            <a:spLocks noGrp="1"/>
          </p:cNvSpPr>
          <p:nvPr>
            <p:ph idx="1"/>
          </p:nvPr>
        </p:nvSpPr>
        <p:spPr>
          <a:xfrm>
            <a:off x="216790" y="1188720"/>
            <a:ext cx="6309360" cy="5436299"/>
          </a:xfrm>
        </p:spPr>
        <p:txBody>
          <a:bodyPr>
            <a:normAutofit/>
          </a:bodyPr>
          <a:lstStyle/>
          <a:p>
            <a:pPr marL="0" indent="0">
              <a:buNone/>
            </a:pPr>
            <a:r>
              <a:rPr lang="en-US" sz="1800" dirty="0"/>
              <a:t>Pi4 looks similar to Pi5, the 3D printed cage for it should be reusable. Also try using ethernet-</a:t>
            </a:r>
            <a:r>
              <a:rPr lang="en-US" sz="1800" dirty="0" err="1"/>
              <a:t>usb</a:t>
            </a:r>
            <a:r>
              <a:rPr lang="en-US" sz="1800" dirty="0"/>
              <a:t> adaptor.</a:t>
            </a:r>
          </a:p>
          <a:p>
            <a:pPr marL="0" indent="0">
              <a:buNone/>
            </a:pPr>
            <a:r>
              <a:rPr lang="en-US" sz="1800" dirty="0"/>
              <a:t>But the bandwidth is announced as 1000mb/s for both! So the same problem of only getting about 100mb/s may persist.</a:t>
            </a:r>
          </a:p>
          <a:p>
            <a:pPr marL="0" indent="0">
              <a:buNone/>
            </a:pPr>
            <a:endParaRPr lang="en-US" sz="1800" dirty="0"/>
          </a:p>
          <a:p>
            <a:pPr marL="0" indent="0">
              <a:buNone/>
            </a:pPr>
            <a:r>
              <a:rPr lang="en-US" sz="1800" b="1" dirty="0" err="1"/>
              <a:t>LattePanda</a:t>
            </a:r>
            <a:r>
              <a:rPr lang="en-US" sz="1800" b="1" dirty="0"/>
              <a:t> Sigma</a:t>
            </a:r>
            <a:r>
              <a:rPr lang="en-US" sz="1800" dirty="0"/>
              <a:t> — 13th-gen Intel Core, </a:t>
            </a:r>
            <a:r>
              <a:rPr lang="en-US" sz="1800" b="1" dirty="0"/>
              <a:t>dual 2.5 GbE (Intel i225-V)</a:t>
            </a:r>
            <a:r>
              <a:rPr lang="en-US" sz="1800" dirty="0"/>
              <a:t>,</a:t>
            </a:r>
          </a:p>
          <a:p>
            <a:pPr marL="0" indent="0">
              <a:buNone/>
            </a:pPr>
            <a:endParaRPr lang="en-US" sz="1800" dirty="0"/>
          </a:p>
          <a:p>
            <a:pPr marL="0" indent="0">
              <a:buNone/>
            </a:pPr>
            <a:r>
              <a:rPr lang="en-US" sz="1800" b="1" dirty="0"/>
              <a:t>AAEON UP Squared Pro 7000</a:t>
            </a:r>
            <a:r>
              <a:rPr lang="en-US" sz="1800" dirty="0"/>
              <a:t> — Atom-class but industrial, </a:t>
            </a:r>
            <a:r>
              <a:rPr lang="en-US" sz="1800" b="1" dirty="0"/>
              <a:t>dual 2.5 GbE (Intel i226)</a:t>
            </a:r>
            <a:r>
              <a:rPr lang="en-US" sz="1800" dirty="0"/>
              <a:t>,</a:t>
            </a:r>
          </a:p>
        </p:txBody>
      </p:sp>
      <p:pic>
        <p:nvPicPr>
          <p:cNvPr id="5" name="Picture 4">
            <a:extLst>
              <a:ext uri="{FF2B5EF4-FFF2-40B4-BE49-F238E27FC236}">
                <a16:creationId xmlns:a16="http://schemas.microsoft.com/office/drawing/2014/main" id="{F226EF60-C72F-7F87-87F3-005DAD77D68C}"/>
              </a:ext>
            </a:extLst>
          </p:cNvPr>
          <p:cNvPicPr>
            <a:picLocks noChangeAspect="1"/>
          </p:cNvPicPr>
          <p:nvPr/>
        </p:nvPicPr>
        <p:blipFill>
          <a:blip r:embed="rId2"/>
          <a:stretch>
            <a:fillRect/>
          </a:stretch>
        </p:blipFill>
        <p:spPr>
          <a:xfrm>
            <a:off x="6526150" y="146048"/>
            <a:ext cx="5449060" cy="3658111"/>
          </a:xfrm>
          <a:prstGeom prst="rect">
            <a:avLst/>
          </a:prstGeom>
        </p:spPr>
      </p:pic>
    </p:spTree>
    <p:extLst>
      <p:ext uri="{BB962C8B-B14F-4D97-AF65-F5344CB8AC3E}">
        <p14:creationId xmlns:p14="http://schemas.microsoft.com/office/powerpoint/2010/main" val="2656781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CC3625-9A1F-215F-A407-5943751BFF5C}"/>
              </a:ext>
            </a:extLst>
          </p:cNvPr>
          <p:cNvSpPr>
            <a:spLocks noGrp="1"/>
          </p:cNvSpPr>
          <p:nvPr>
            <p:ph idx="1"/>
          </p:nvPr>
        </p:nvSpPr>
        <p:spPr>
          <a:xfrm>
            <a:off x="331305" y="407504"/>
            <a:ext cx="6437244" cy="6042991"/>
          </a:xfrm>
        </p:spPr>
        <p:txBody>
          <a:bodyPr>
            <a:normAutofit/>
          </a:bodyPr>
          <a:lstStyle/>
          <a:p>
            <a:r>
              <a:rPr lang="en-US" sz="2000" dirty="0"/>
              <a:t>Training takes about 5 minutes with acceptable parameters. </a:t>
            </a:r>
            <a:r>
              <a:rPr lang="en-US" sz="1800" dirty="0"/>
              <a:t>GPU allows for much faster </a:t>
            </a:r>
            <a:r>
              <a:rPr lang="en-US" sz="1400" dirty="0"/>
              <a:t>(was 30 minutes before)</a:t>
            </a:r>
            <a:endParaRPr lang="en-US" sz="1800" dirty="0"/>
          </a:p>
          <a:p>
            <a:r>
              <a:rPr lang="en-US" sz="2000" dirty="0"/>
              <a:t>Can also reduce </a:t>
            </a:r>
            <a:r>
              <a:rPr lang="en-US" sz="2000" dirty="0" err="1"/>
              <a:t>dimention</a:t>
            </a:r>
            <a:r>
              <a:rPr lang="en-US" sz="2000" dirty="0"/>
              <a:t> for faster</a:t>
            </a:r>
          </a:p>
          <a:p>
            <a:r>
              <a:rPr lang="en-US" sz="2000" dirty="0"/>
              <a:t>Model cache 4.23 MB</a:t>
            </a:r>
          </a:p>
          <a:p>
            <a:endParaRPr lang="en-US" sz="2000" dirty="0"/>
          </a:p>
          <a:p>
            <a:endParaRPr lang="en-US" sz="2000" dirty="0"/>
          </a:p>
          <a:p>
            <a:endParaRPr lang="en-US" sz="2000" dirty="0"/>
          </a:p>
          <a:p>
            <a:r>
              <a:rPr lang="en-US" sz="2000" dirty="0"/>
              <a:t>Matching is really not good as of now. Tweaks are to be done</a:t>
            </a:r>
          </a:p>
          <a:p>
            <a:r>
              <a:rPr lang="en-US" sz="2000" dirty="0"/>
              <a:t>On the right: was supposed to </a:t>
            </a:r>
            <a:r>
              <a:rPr lang="en-US" sz="2000"/>
              <a:t>be Acrylonitrile.</a:t>
            </a:r>
            <a:endParaRPr lang="en-US" sz="2000" dirty="0"/>
          </a:p>
        </p:txBody>
      </p:sp>
      <p:pic>
        <p:nvPicPr>
          <p:cNvPr id="5" name="Picture 4">
            <a:extLst>
              <a:ext uri="{FF2B5EF4-FFF2-40B4-BE49-F238E27FC236}">
                <a16:creationId xmlns:a16="http://schemas.microsoft.com/office/drawing/2014/main" id="{53166A7E-4CBB-F968-BF56-DA2379094F2E}"/>
              </a:ext>
            </a:extLst>
          </p:cNvPr>
          <p:cNvPicPr>
            <a:picLocks noChangeAspect="1"/>
          </p:cNvPicPr>
          <p:nvPr/>
        </p:nvPicPr>
        <p:blipFill>
          <a:blip r:embed="rId2"/>
          <a:stretch>
            <a:fillRect/>
          </a:stretch>
        </p:blipFill>
        <p:spPr>
          <a:xfrm>
            <a:off x="7440478" y="407504"/>
            <a:ext cx="4420217" cy="1619476"/>
          </a:xfrm>
          <a:prstGeom prst="rect">
            <a:avLst/>
          </a:prstGeom>
        </p:spPr>
      </p:pic>
      <p:pic>
        <p:nvPicPr>
          <p:cNvPr id="7" name="Picture 6">
            <a:extLst>
              <a:ext uri="{FF2B5EF4-FFF2-40B4-BE49-F238E27FC236}">
                <a16:creationId xmlns:a16="http://schemas.microsoft.com/office/drawing/2014/main" id="{FF481EE4-DF07-90F8-BE0A-F7B8BB24848C}"/>
              </a:ext>
            </a:extLst>
          </p:cNvPr>
          <p:cNvPicPr>
            <a:picLocks noChangeAspect="1"/>
          </p:cNvPicPr>
          <p:nvPr/>
        </p:nvPicPr>
        <p:blipFill>
          <a:blip r:embed="rId3"/>
          <a:stretch>
            <a:fillRect/>
          </a:stretch>
        </p:blipFill>
        <p:spPr>
          <a:xfrm>
            <a:off x="6373690" y="2814551"/>
            <a:ext cx="5706271" cy="2848373"/>
          </a:xfrm>
          <a:prstGeom prst="rect">
            <a:avLst/>
          </a:prstGeom>
        </p:spPr>
      </p:pic>
    </p:spTree>
    <p:extLst>
      <p:ext uri="{BB962C8B-B14F-4D97-AF65-F5344CB8AC3E}">
        <p14:creationId xmlns:p14="http://schemas.microsoft.com/office/powerpoint/2010/main" val="14043672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123</TotalTime>
  <Words>518</Words>
  <Application>Microsoft Office PowerPoint</Application>
  <PresentationFormat>Widescreen</PresentationFormat>
  <Paragraphs>28</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Made resampling function.  - can make this degree 2 if needed -no need for the microscope to output integer wavenumbers and datapoints. Its easily doable and integrated in the pipeline. - discuss loss of data/over-representation of data.        </vt:lpstr>
      <vt:lpstr>Training cycle.  It currently looks a lot like gradient descent. Epochs are able to fine tune more and more. May introduce batches later: validation set and training set, randomly re-selected at each epoch.  Epochs are independent of the training cycle. If the machine is powerful enough, one can make as many as needed to get good weights. Careful with overfitting.  </vt:lpstr>
      <vt:lpstr>PowerPoint Presentation</vt:lpstr>
      <vt:lpstr>Database structure (for info)</vt:lpstr>
      <vt:lpstr>Pi4-Pi5</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Antonio Del Priore Antunes</dc:creator>
  <cp:lastModifiedBy>Antonio Del Priore Antunes</cp:lastModifiedBy>
  <cp:revision>7</cp:revision>
  <dcterms:created xsi:type="dcterms:W3CDTF">2025-10-09T20:24:01Z</dcterms:created>
  <dcterms:modified xsi:type="dcterms:W3CDTF">2025-11-27T22:32:19Z</dcterms:modified>
</cp:coreProperties>
</file>