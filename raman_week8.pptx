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0" r:id="rId2"/>
    <p:sldId id="271" r:id="rId3"/>
    <p:sldId id="272" r:id="rId4"/>
  </p:sldIdLst>
  <p:sldSz cx="12192000" cy="6858000"/>
  <p:notesSz cx="6858000" cy="9144000"/>
  <p:defaultText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6" autoAdjust="0"/>
    <p:restoredTop sz="94678" autoAdjust="0"/>
  </p:normalViewPr>
  <p:slideViewPr>
    <p:cSldViewPr snapToGrid="0">
      <p:cViewPr varScale="1">
        <p:scale>
          <a:sx n="105" d="100"/>
          <a:sy n="105" d="100"/>
        </p:scale>
        <p:origin x="834" y="11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B0A9F-09DE-C6AD-4506-C6970D9062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H"/>
          </a:p>
        </p:txBody>
      </p:sp>
      <p:sp>
        <p:nvSpPr>
          <p:cNvPr id="3" name="Subtitle 2">
            <a:extLst>
              <a:ext uri="{FF2B5EF4-FFF2-40B4-BE49-F238E27FC236}">
                <a16:creationId xmlns:a16="http://schemas.microsoft.com/office/drawing/2014/main" id="{335562A9-5952-1619-C10C-4CA8429822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H"/>
          </a:p>
        </p:txBody>
      </p:sp>
      <p:sp>
        <p:nvSpPr>
          <p:cNvPr id="4" name="Date Placeholder 3">
            <a:extLst>
              <a:ext uri="{FF2B5EF4-FFF2-40B4-BE49-F238E27FC236}">
                <a16:creationId xmlns:a16="http://schemas.microsoft.com/office/drawing/2014/main" id="{87CBDA28-9ED0-18CB-5A01-7C864868E6C9}"/>
              </a:ext>
            </a:extLst>
          </p:cNvPr>
          <p:cNvSpPr>
            <a:spLocks noGrp="1"/>
          </p:cNvSpPr>
          <p:nvPr>
            <p:ph type="dt" sz="half" idx="10"/>
          </p:nvPr>
        </p:nvSpPr>
        <p:spPr/>
        <p:txBody>
          <a:bodyPr/>
          <a:lstStyle/>
          <a:p>
            <a:fld id="{6822D85E-D2FB-42BA-8FC7-836FE23099A3}" type="datetimeFigureOut">
              <a:rPr lang="en-CH" smtClean="0"/>
              <a:t>10/31/2025</a:t>
            </a:fld>
            <a:endParaRPr lang="en-CH"/>
          </a:p>
        </p:txBody>
      </p:sp>
      <p:sp>
        <p:nvSpPr>
          <p:cNvPr id="5" name="Footer Placeholder 4">
            <a:extLst>
              <a:ext uri="{FF2B5EF4-FFF2-40B4-BE49-F238E27FC236}">
                <a16:creationId xmlns:a16="http://schemas.microsoft.com/office/drawing/2014/main" id="{C2077D6C-D48C-ADE5-8C86-4DACD0552ED3}"/>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661BD700-4698-9771-CC90-C384398EDD49}"/>
              </a:ext>
            </a:extLst>
          </p:cNvPr>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3884367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70FFA-7EF0-6F09-9048-2A3CFAF37E07}"/>
              </a:ext>
            </a:extLst>
          </p:cNvPr>
          <p:cNvSpPr>
            <a:spLocks noGrp="1"/>
          </p:cNvSpPr>
          <p:nvPr>
            <p:ph type="title"/>
          </p:nvPr>
        </p:nvSpPr>
        <p:spPr/>
        <p:txBody>
          <a:bodyPr/>
          <a:lstStyle/>
          <a:p>
            <a:r>
              <a:rPr lang="en-US"/>
              <a:t>Click to edit Master title style</a:t>
            </a:r>
            <a:endParaRPr lang="en-CH"/>
          </a:p>
        </p:txBody>
      </p:sp>
      <p:sp>
        <p:nvSpPr>
          <p:cNvPr id="3" name="Content Placeholder 2">
            <a:extLst>
              <a:ext uri="{FF2B5EF4-FFF2-40B4-BE49-F238E27FC236}">
                <a16:creationId xmlns:a16="http://schemas.microsoft.com/office/drawing/2014/main" id="{43A03C13-591A-DB4A-F5D0-890CEBA5086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Date Placeholder 3">
            <a:extLst>
              <a:ext uri="{FF2B5EF4-FFF2-40B4-BE49-F238E27FC236}">
                <a16:creationId xmlns:a16="http://schemas.microsoft.com/office/drawing/2014/main" id="{7F931217-29C7-11AC-1443-0DC76326D0EE}"/>
              </a:ext>
            </a:extLst>
          </p:cNvPr>
          <p:cNvSpPr>
            <a:spLocks noGrp="1"/>
          </p:cNvSpPr>
          <p:nvPr>
            <p:ph type="dt" sz="half" idx="10"/>
          </p:nvPr>
        </p:nvSpPr>
        <p:spPr/>
        <p:txBody>
          <a:bodyPr/>
          <a:lstStyle/>
          <a:p>
            <a:fld id="{6822D85E-D2FB-42BA-8FC7-836FE23099A3}" type="datetimeFigureOut">
              <a:rPr lang="en-CH" smtClean="0"/>
              <a:t>10/31/2025</a:t>
            </a:fld>
            <a:endParaRPr lang="en-CH"/>
          </a:p>
        </p:txBody>
      </p:sp>
      <p:sp>
        <p:nvSpPr>
          <p:cNvPr id="5" name="Footer Placeholder 4">
            <a:extLst>
              <a:ext uri="{FF2B5EF4-FFF2-40B4-BE49-F238E27FC236}">
                <a16:creationId xmlns:a16="http://schemas.microsoft.com/office/drawing/2014/main" id="{2C501CBD-ECDD-3A09-4A6E-0E42D626DF2E}"/>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CACF7DC4-B6D5-1ECD-7B78-37F4ECAE7BFE}"/>
              </a:ext>
            </a:extLst>
          </p:cNvPr>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3008112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1A785-B1AE-2ECA-97CD-467E2D840F4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H"/>
          </a:p>
        </p:txBody>
      </p:sp>
      <p:sp>
        <p:nvSpPr>
          <p:cNvPr id="3" name="Text Placeholder 2">
            <a:extLst>
              <a:ext uri="{FF2B5EF4-FFF2-40B4-BE49-F238E27FC236}">
                <a16:creationId xmlns:a16="http://schemas.microsoft.com/office/drawing/2014/main" id="{4D988A55-1486-DB1A-8833-2D009093BA9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1ADF74-5A59-3C0E-C5EB-8CD93E0B7472}"/>
              </a:ext>
            </a:extLst>
          </p:cNvPr>
          <p:cNvSpPr>
            <a:spLocks noGrp="1"/>
          </p:cNvSpPr>
          <p:nvPr>
            <p:ph type="dt" sz="half" idx="10"/>
          </p:nvPr>
        </p:nvSpPr>
        <p:spPr/>
        <p:txBody>
          <a:bodyPr/>
          <a:lstStyle/>
          <a:p>
            <a:fld id="{6822D85E-D2FB-42BA-8FC7-836FE23099A3}" type="datetimeFigureOut">
              <a:rPr lang="en-CH" smtClean="0"/>
              <a:t>10/31/2025</a:t>
            </a:fld>
            <a:endParaRPr lang="en-CH"/>
          </a:p>
        </p:txBody>
      </p:sp>
      <p:sp>
        <p:nvSpPr>
          <p:cNvPr id="5" name="Footer Placeholder 4">
            <a:extLst>
              <a:ext uri="{FF2B5EF4-FFF2-40B4-BE49-F238E27FC236}">
                <a16:creationId xmlns:a16="http://schemas.microsoft.com/office/drawing/2014/main" id="{A35695D9-8921-039C-6516-30CAAD6890B5}"/>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D9B6417C-AA1B-16A6-2420-13ABDE4F563D}"/>
              </a:ext>
            </a:extLst>
          </p:cNvPr>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15008273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BF438-F191-1E37-A452-DDFC42321EB0}"/>
              </a:ext>
            </a:extLst>
          </p:cNvPr>
          <p:cNvSpPr>
            <a:spLocks noGrp="1"/>
          </p:cNvSpPr>
          <p:nvPr>
            <p:ph type="title"/>
          </p:nvPr>
        </p:nvSpPr>
        <p:spPr/>
        <p:txBody>
          <a:bodyPr/>
          <a:lstStyle/>
          <a:p>
            <a:r>
              <a:rPr lang="en-US"/>
              <a:t>Click to edit Master title style</a:t>
            </a:r>
            <a:endParaRPr lang="en-CH"/>
          </a:p>
        </p:txBody>
      </p:sp>
      <p:sp>
        <p:nvSpPr>
          <p:cNvPr id="3" name="Content Placeholder 2">
            <a:extLst>
              <a:ext uri="{FF2B5EF4-FFF2-40B4-BE49-F238E27FC236}">
                <a16:creationId xmlns:a16="http://schemas.microsoft.com/office/drawing/2014/main" id="{E78855A0-5858-D770-8271-EE495DD00D0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Content Placeholder 3">
            <a:extLst>
              <a:ext uri="{FF2B5EF4-FFF2-40B4-BE49-F238E27FC236}">
                <a16:creationId xmlns:a16="http://schemas.microsoft.com/office/drawing/2014/main" id="{B3EC1258-CEED-C602-A618-DAF2FE3C6F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5" name="Date Placeholder 4">
            <a:extLst>
              <a:ext uri="{FF2B5EF4-FFF2-40B4-BE49-F238E27FC236}">
                <a16:creationId xmlns:a16="http://schemas.microsoft.com/office/drawing/2014/main" id="{0C841FA9-018E-AC92-5272-906B0B35C419}"/>
              </a:ext>
            </a:extLst>
          </p:cNvPr>
          <p:cNvSpPr>
            <a:spLocks noGrp="1"/>
          </p:cNvSpPr>
          <p:nvPr>
            <p:ph type="dt" sz="half" idx="10"/>
          </p:nvPr>
        </p:nvSpPr>
        <p:spPr/>
        <p:txBody>
          <a:bodyPr/>
          <a:lstStyle/>
          <a:p>
            <a:fld id="{6822D85E-D2FB-42BA-8FC7-836FE23099A3}" type="datetimeFigureOut">
              <a:rPr lang="en-CH" smtClean="0"/>
              <a:t>10/31/2025</a:t>
            </a:fld>
            <a:endParaRPr lang="en-CH"/>
          </a:p>
        </p:txBody>
      </p:sp>
      <p:sp>
        <p:nvSpPr>
          <p:cNvPr id="6" name="Footer Placeholder 5">
            <a:extLst>
              <a:ext uri="{FF2B5EF4-FFF2-40B4-BE49-F238E27FC236}">
                <a16:creationId xmlns:a16="http://schemas.microsoft.com/office/drawing/2014/main" id="{6952AE48-4C56-9C02-A730-30F1CC6CDA5B}"/>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C3C968E5-0474-2E3F-5BF9-B00AE1A7DABF}"/>
              </a:ext>
            </a:extLst>
          </p:cNvPr>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38418618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8EADB-A8A4-5E34-BB8B-4591877CD854}"/>
              </a:ext>
            </a:extLst>
          </p:cNvPr>
          <p:cNvSpPr>
            <a:spLocks noGrp="1"/>
          </p:cNvSpPr>
          <p:nvPr>
            <p:ph type="title"/>
          </p:nvPr>
        </p:nvSpPr>
        <p:spPr>
          <a:xfrm>
            <a:off x="839788" y="365125"/>
            <a:ext cx="10515600" cy="1325563"/>
          </a:xfrm>
        </p:spPr>
        <p:txBody>
          <a:bodyPr/>
          <a:lstStyle/>
          <a:p>
            <a:r>
              <a:rPr lang="en-US"/>
              <a:t>Click to edit Master title style</a:t>
            </a:r>
            <a:endParaRPr lang="en-CH"/>
          </a:p>
        </p:txBody>
      </p:sp>
      <p:sp>
        <p:nvSpPr>
          <p:cNvPr id="3" name="Text Placeholder 2">
            <a:extLst>
              <a:ext uri="{FF2B5EF4-FFF2-40B4-BE49-F238E27FC236}">
                <a16:creationId xmlns:a16="http://schemas.microsoft.com/office/drawing/2014/main" id="{499BDB02-F86E-8AB0-9978-CD4E42178C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271014A-315B-6395-1A84-44C19913F36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5" name="Text Placeholder 4">
            <a:extLst>
              <a:ext uri="{FF2B5EF4-FFF2-40B4-BE49-F238E27FC236}">
                <a16:creationId xmlns:a16="http://schemas.microsoft.com/office/drawing/2014/main" id="{6327CA32-AE78-3D7E-81F2-70096D73E6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0D4F59-25AC-BDE7-F318-04643C50F36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7" name="Date Placeholder 6">
            <a:extLst>
              <a:ext uri="{FF2B5EF4-FFF2-40B4-BE49-F238E27FC236}">
                <a16:creationId xmlns:a16="http://schemas.microsoft.com/office/drawing/2014/main" id="{03E44B7C-97F9-F992-DAB8-975C4BAE374D}"/>
              </a:ext>
            </a:extLst>
          </p:cNvPr>
          <p:cNvSpPr>
            <a:spLocks noGrp="1"/>
          </p:cNvSpPr>
          <p:nvPr>
            <p:ph type="dt" sz="half" idx="10"/>
          </p:nvPr>
        </p:nvSpPr>
        <p:spPr/>
        <p:txBody>
          <a:bodyPr/>
          <a:lstStyle/>
          <a:p>
            <a:fld id="{6822D85E-D2FB-42BA-8FC7-836FE23099A3}" type="datetimeFigureOut">
              <a:rPr lang="en-CH" smtClean="0"/>
              <a:t>10/31/2025</a:t>
            </a:fld>
            <a:endParaRPr lang="en-CH"/>
          </a:p>
        </p:txBody>
      </p:sp>
      <p:sp>
        <p:nvSpPr>
          <p:cNvPr id="8" name="Footer Placeholder 7">
            <a:extLst>
              <a:ext uri="{FF2B5EF4-FFF2-40B4-BE49-F238E27FC236}">
                <a16:creationId xmlns:a16="http://schemas.microsoft.com/office/drawing/2014/main" id="{4C18ED40-84B5-4D3C-E632-2691DCF4C271}"/>
              </a:ext>
            </a:extLst>
          </p:cNvPr>
          <p:cNvSpPr>
            <a:spLocks noGrp="1"/>
          </p:cNvSpPr>
          <p:nvPr>
            <p:ph type="ftr" sz="quarter" idx="11"/>
          </p:nvPr>
        </p:nvSpPr>
        <p:spPr/>
        <p:txBody>
          <a:bodyPr/>
          <a:lstStyle/>
          <a:p>
            <a:endParaRPr lang="en-CH"/>
          </a:p>
        </p:txBody>
      </p:sp>
      <p:sp>
        <p:nvSpPr>
          <p:cNvPr id="9" name="Slide Number Placeholder 8">
            <a:extLst>
              <a:ext uri="{FF2B5EF4-FFF2-40B4-BE49-F238E27FC236}">
                <a16:creationId xmlns:a16="http://schemas.microsoft.com/office/drawing/2014/main" id="{EEF0284D-EF9E-76D1-87AB-120A0C2951AF}"/>
              </a:ext>
            </a:extLst>
          </p:cNvPr>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17607148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3A68D-AAE0-C985-8A1A-588C4D5CF465}"/>
              </a:ext>
            </a:extLst>
          </p:cNvPr>
          <p:cNvSpPr>
            <a:spLocks noGrp="1"/>
          </p:cNvSpPr>
          <p:nvPr>
            <p:ph type="title"/>
          </p:nvPr>
        </p:nvSpPr>
        <p:spPr/>
        <p:txBody>
          <a:bodyPr/>
          <a:lstStyle/>
          <a:p>
            <a:r>
              <a:rPr lang="en-US"/>
              <a:t>Click to edit Master title style</a:t>
            </a:r>
            <a:endParaRPr lang="en-CH"/>
          </a:p>
        </p:txBody>
      </p:sp>
      <p:sp>
        <p:nvSpPr>
          <p:cNvPr id="3" name="Date Placeholder 2">
            <a:extLst>
              <a:ext uri="{FF2B5EF4-FFF2-40B4-BE49-F238E27FC236}">
                <a16:creationId xmlns:a16="http://schemas.microsoft.com/office/drawing/2014/main" id="{DE3A41E0-A075-DB63-7AF4-929E16635700}"/>
              </a:ext>
            </a:extLst>
          </p:cNvPr>
          <p:cNvSpPr>
            <a:spLocks noGrp="1"/>
          </p:cNvSpPr>
          <p:nvPr>
            <p:ph type="dt" sz="half" idx="10"/>
          </p:nvPr>
        </p:nvSpPr>
        <p:spPr/>
        <p:txBody>
          <a:bodyPr/>
          <a:lstStyle/>
          <a:p>
            <a:fld id="{6822D85E-D2FB-42BA-8FC7-836FE23099A3}" type="datetimeFigureOut">
              <a:rPr lang="en-CH" smtClean="0"/>
              <a:t>10/31/2025</a:t>
            </a:fld>
            <a:endParaRPr lang="en-CH"/>
          </a:p>
        </p:txBody>
      </p:sp>
      <p:sp>
        <p:nvSpPr>
          <p:cNvPr id="4" name="Footer Placeholder 3">
            <a:extLst>
              <a:ext uri="{FF2B5EF4-FFF2-40B4-BE49-F238E27FC236}">
                <a16:creationId xmlns:a16="http://schemas.microsoft.com/office/drawing/2014/main" id="{2D812DBD-0C10-7C9D-E1F8-E799730F9BA2}"/>
              </a:ext>
            </a:extLst>
          </p:cNvPr>
          <p:cNvSpPr>
            <a:spLocks noGrp="1"/>
          </p:cNvSpPr>
          <p:nvPr>
            <p:ph type="ftr" sz="quarter" idx="11"/>
          </p:nvPr>
        </p:nvSpPr>
        <p:spPr/>
        <p:txBody>
          <a:bodyPr/>
          <a:lstStyle/>
          <a:p>
            <a:endParaRPr lang="en-CH"/>
          </a:p>
        </p:txBody>
      </p:sp>
      <p:sp>
        <p:nvSpPr>
          <p:cNvPr id="5" name="Slide Number Placeholder 4">
            <a:extLst>
              <a:ext uri="{FF2B5EF4-FFF2-40B4-BE49-F238E27FC236}">
                <a16:creationId xmlns:a16="http://schemas.microsoft.com/office/drawing/2014/main" id="{86369D8D-2E08-3F8B-14D3-392F36B2B757}"/>
              </a:ext>
            </a:extLst>
          </p:cNvPr>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4025674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8A5908-705A-039B-9A5F-398F8700E5D5}"/>
              </a:ext>
            </a:extLst>
          </p:cNvPr>
          <p:cNvSpPr>
            <a:spLocks noGrp="1"/>
          </p:cNvSpPr>
          <p:nvPr>
            <p:ph type="dt" sz="half" idx="10"/>
          </p:nvPr>
        </p:nvSpPr>
        <p:spPr/>
        <p:txBody>
          <a:bodyPr/>
          <a:lstStyle/>
          <a:p>
            <a:fld id="{6822D85E-D2FB-42BA-8FC7-836FE23099A3}" type="datetimeFigureOut">
              <a:rPr lang="en-CH" smtClean="0"/>
              <a:t>10/31/2025</a:t>
            </a:fld>
            <a:endParaRPr lang="en-CH"/>
          </a:p>
        </p:txBody>
      </p:sp>
      <p:sp>
        <p:nvSpPr>
          <p:cNvPr id="3" name="Footer Placeholder 2">
            <a:extLst>
              <a:ext uri="{FF2B5EF4-FFF2-40B4-BE49-F238E27FC236}">
                <a16:creationId xmlns:a16="http://schemas.microsoft.com/office/drawing/2014/main" id="{B275E28F-6BBB-7A41-A2B3-14C658686A52}"/>
              </a:ext>
            </a:extLst>
          </p:cNvPr>
          <p:cNvSpPr>
            <a:spLocks noGrp="1"/>
          </p:cNvSpPr>
          <p:nvPr>
            <p:ph type="ftr" sz="quarter" idx="11"/>
          </p:nvPr>
        </p:nvSpPr>
        <p:spPr/>
        <p:txBody>
          <a:bodyPr/>
          <a:lstStyle/>
          <a:p>
            <a:endParaRPr lang="en-CH"/>
          </a:p>
        </p:txBody>
      </p:sp>
      <p:sp>
        <p:nvSpPr>
          <p:cNvPr id="4" name="Slide Number Placeholder 3">
            <a:extLst>
              <a:ext uri="{FF2B5EF4-FFF2-40B4-BE49-F238E27FC236}">
                <a16:creationId xmlns:a16="http://schemas.microsoft.com/office/drawing/2014/main" id="{F4C28951-6AF4-FD15-A61E-784E82A3C7C9}"/>
              </a:ext>
            </a:extLst>
          </p:cNvPr>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5124047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F6AF2-6D81-2E5B-40CB-A11B62AD6C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H"/>
          </a:p>
        </p:txBody>
      </p:sp>
      <p:sp>
        <p:nvSpPr>
          <p:cNvPr id="3" name="Content Placeholder 2">
            <a:extLst>
              <a:ext uri="{FF2B5EF4-FFF2-40B4-BE49-F238E27FC236}">
                <a16:creationId xmlns:a16="http://schemas.microsoft.com/office/drawing/2014/main" id="{D9B2632D-8C41-6360-F2DC-D62D3C8A4D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Text Placeholder 3">
            <a:extLst>
              <a:ext uri="{FF2B5EF4-FFF2-40B4-BE49-F238E27FC236}">
                <a16:creationId xmlns:a16="http://schemas.microsoft.com/office/drawing/2014/main" id="{FF0F01BC-FFB2-B596-7847-8885EF2760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F5B486-74B3-E844-5156-EBF113DC274E}"/>
              </a:ext>
            </a:extLst>
          </p:cNvPr>
          <p:cNvSpPr>
            <a:spLocks noGrp="1"/>
          </p:cNvSpPr>
          <p:nvPr>
            <p:ph type="dt" sz="half" idx="10"/>
          </p:nvPr>
        </p:nvSpPr>
        <p:spPr/>
        <p:txBody>
          <a:bodyPr/>
          <a:lstStyle/>
          <a:p>
            <a:fld id="{6822D85E-D2FB-42BA-8FC7-836FE23099A3}" type="datetimeFigureOut">
              <a:rPr lang="en-CH" smtClean="0"/>
              <a:t>10/31/2025</a:t>
            </a:fld>
            <a:endParaRPr lang="en-CH"/>
          </a:p>
        </p:txBody>
      </p:sp>
      <p:sp>
        <p:nvSpPr>
          <p:cNvPr id="6" name="Footer Placeholder 5">
            <a:extLst>
              <a:ext uri="{FF2B5EF4-FFF2-40B4-BE49-F238E27FC236}">
                <a16:creationId xmlns:a16="http://schemas.microsoft.com/office/drawing/2014/main" id="{15FFE6D4-6BB5-44EA-8410-417250F8B089}"/>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C87747E0-FA6C-6CF7-3537-5EC82E90AD1A}"/>
              </a:ext>
            </a:extLst>
          </p:cNvPr>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40501915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75834-43C0-136D-689A-A2E56032D5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H"/>
          </a:p>
        </p:txBody>
      </p:sp>
      <p:sp>
        <p:nvSpPr>
          <p:cNvPr id="3" name="Picture Placeholder 2">
            <a:extLst>
              <a:ext uri="{FF2B5EF4-FFF2-40B4-BE49-F238E27FC236}">
                <a16:creationId xmlns:a16="http://schemas.microsoft.com/office/drawing/2014/main" id="{9A6B70DF-2B03-92C6-B124-F26CB22975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H"/>
          </a:p>
        </p:txBody>
      </p:sp>
      <p:sp>
        <p:nvSpPr>
          <p:cNvPr id="4" name="Text Placeholder 3">
            <a:extLst>
              <a:ext uri="{FF2B5EF4-FFF2-40B4-BE49-F238E27FC236}">
                <a16:creationId xmlns:a16="http://schemas.microsoft.com/office/drawing/2014/main" id="{8249C63E-FF79-0BC1-5EC4-AD48CAA662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C4D772-B9CD-C112-6525-79B7E7A9D359}"/>
              </a:ext>
            </a:extLst>
          </p:cNvPr>
          <p:cNvSpPr>
            <a:spLocks noGrp="1"/>
          </p:cNvSpPr>
          <p:nvPr>
            <p:ph type="dt" sz="half" idx="10"/>
          </p:nvPr>
        </p:nvSpPr>
        <p:spPr/>
        <p:txBody>
          <a:bodyPr/>
          <a:lstStyle/>
          <a:p>
            <a:fld id="{6822D85E-D2FB-42BA-8FC7-836FE23099A3}" type="datetimeFigureOut">
              <a:rPr lang="en-CH" smtClean="0"/>
              <a:t>10/31/2025</a:t>
            </a:fld>
            <a:endParaRPr lang="en-CH"/>
          </a:p>
        </p:txBody>
      </p:sp>
      <p:sp>
        <p:nvSpPr>
          <p:cNvPr id="6" name="Footer Placeholder 5">
            <a:extLst>
              <a:ext uri="{FF2B5EF4-FFF2-40B4-BE49-F238E27FC236}">
                <a16:creationId xmlns:a16="http://schemas.microsoft.com/office/drawing/2014/main" id="{FB5E19AB-C4A8-BADD-AC2F-D5E68B5C072B}"/>
              </a:ext>
            </a:extLst>
          </p:cNvPr>
          <p:cNvSpPr>
            <a:spLocks noGrp="1"/>
          </p:cNvSpPr>
          <p:nvPr>
            <p:ph type="ftr" sz="quarter" idx="11"/>
          </p:nvPr>
        </p:nvSpPr>
        <p:spPr/>
        <p:txBody>
          <a:bodyPr/>
          <a:lstStyle/>
          <a:p>
            <a:endParaRPr lang="en-CH"/>
          </a:p>
        </p:txBody>
      </p:sp>
      <p:sp>
        <p:nvSpPr>
          <p:cNvPr id="7" name="Slide Number Placeholder 6">
            <a:extLst>
              <a:ext uri="{FF2B5EF4-FFF2-40B4-BE49-F238E27FC236}">
                <a16:creationId xmlns:a16="http://schemas.microsoft.com/office/drawing/2014/main" id="{35BCDD44-7671-B8D6-3BF7-AB454077F490}"/>
              </a:ext>
            </a:extLst>
          </p:cNvPr>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17281373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97174-636B-05F1-0FD0-935CA0BC8F22}"/>
              </a:ext>
            </a:extLst>
          </p:cNvPr>
          <p:cNvSpPr>
            <a:spLocks noGrp="1"/>
          </p:cNvSpPr>
          <p:nvPr>
            <p:ph type="title"/>
          </p:nvPr>
        </p:nvSpPr>
        <p:spPr/>
        <p:txBody>
          <a:bodyPr/>
          <a:lstStyle/>
          <a:p>
            <a:r>
              <a:rPr lang="en-US"/>
              <a:t>Click to edit Master title style</a:t>
            </a:r>
            <a:endParaRPr lang="en-CH"/>
          </a:p>
        </p:txBody>
      </p:sp>
      <p:sp>
        <p:nvSpPr>
          <p:cNvPr id="3" name="Vertical Text Placeholder 2">
            <a:extLst>
              <a:ext uri="{FF2B5EF4-FFF2-40B4-BE49-F238E27FC236}">
                <a16:creationId xmlns:a16="http://schemas.microsoft.com/office/drawing/2014/main" id="{8CB5D4A5-E563-A731-7448-7AE4200F648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Date Placeholder 3">
            <a:extLst>
              <a:ext uri="{FF2B5EF4-FFF2-40B4-BE49-F238E27FC236}">
                <a16:creationId xmlns:a16="http://schemas.microsoft.com/office/drawing/2014/main" id="{5C9E0476-19DF-9631-2CB0-9C6CC4292FF1}"/>
              </a:ext>
            </a:extLst>
          </p:cNvPr>
          <p:cNvSpPr>
            <a:spLocks noGrp="1"/>
          </p:cNvSpPr>
          <p:nvPr>
            <p:ph type="dt" sz="half" idx="10"/>
          </p:nvPr>
        </p:nvSpPr>
        <p:spPr/>
        <p:txBody>
          <a:bodyPr/>
          <a:lstStyle/>
          <a:p>
            <a:fld id="{6822D85E-D2FB-42BA-8FC7-836FE23099A3}" type="datetimeFigureOut">
              <a:rPr lang="en-CH" smtClean="0"/>
              <a:t>10/31/2025</a:t>
            </a:fld>
            <a:endParaRPr lang="en-CH"/>
          </a:p>
        </p:txBody>
      </p:sp>
      <p:sp>
        <p:nvSpPr>
          <p:cNvPr id="5" name="Footer Placeholder 4">
            <a:extLst>
              <a:ext uri="{FF2B5EF4-FFF2-40B4-BE49-F238E27FC236}">
                <a16:creationId xmlns:a16="http://schemas.microsoft.com/office/drawing/2014/main" id="{4291881E-D2E9-0F02-0BCA-C9C32322E07C}"/>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C4C27212-AC9A-4AF5-F7CB-692C441023ED}"/>
              </a:ext>
            </a:extLst>
          </p:cNvPr>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4086510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9659B8-466C-82C1-E42C-F0F7D11BFDE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H"/>
          </a:p>
        </p:txBody>
      </p:sp>
      <p:sp>
        <p:nvSpPr>
          <p:cNvPr id="3" name="Vertical Text Placeholder 2">
            <a:extLst>
              <a:ext uri="{FF2B5EF4-FFF2-40B4-BE49-F238E27FC236}">
                <a16:creationId xmlns:a16="http://schemas.microsoft.com/office/drawing/2014/main" id="{D7CD60FE-197A-D23E-F76E-F008F264724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Date Placeholder 3">
            <a:extLst>
              <a:ext uri="{FF2B5EF4-FFF2-40B4-BE49-F238E27FC236}">
                <a16:creationId xmlns:a16="http://schemas.microsoft.com/office/drawing/2014/main" id="{22657D21-E03A-E176-55B3-1D7044C5A601}"/>
              </a:ext>
            </a:extLst>
          </p:cNvPr>
          <p:cNvSpPr>
            <a:spLocks noGrp="1"/>
          </p:cNvSpPr>
          <p:nvPr>
            <p:ph type="dt" sz="half" idx="10"/>
          </p:nvPr>
        </p:nvSpPr>
        <p:spPr/>
        <p:txBody>
          <a:bodyPr/>
          <a:lstStyle/>
          <a:p>
            <a:fld id="{6822D85E-D2FB-42BA-8FC7-836FE23099A3}" type="datetimeFigureOut">
              <a:rPr lang="en-CH" smtClean="0"/>
              <a:t>10/31/2025</a:t>
            </a:fld>
            <a:endParaRPr lang="en-CH"/>
          </a:p>
        </p:txBody>
      </p:sp>
      <p:sp>
        <p:nvSpPr>
          <p:cNvPr id="5" name="Footer Placeholder 4">
            <a:extLst>
              <a:ext uri="{FF2B5EF4-FFF2-40B4-BE49-F238E27FC236}">
                <a16:creationId xmlns:a16="http://schemas.microsoft.com/office/drawing/2014/main" id="{6BF60905-A904-5633-5B42-EEE635934792}"/>
              </a:ext>
            </a:extLst>
          </p:cNvPr>
          <p:cNvSpPr>
            <a:spLocks noGrp="1"/>
          </p:cNvSpPr>
          <p:nvPr>
            <p:ph type="ftr" sz="quarter" idx="11"/>
          </p:nvPr>
        </p:nvSpPr>
        <p:spPr/>
        <p:txBody>
          <a:bodyPr/>
          <a:lstStyle/>
          <a:p>
            <a:endParaRPr lang="en-CH"/>
          </a:p>
        </p:txBody>
      </p:sp>
      <p:sp>
        <p:nvSpPr>
          <p:cNvPr id="6" name="Slide Number Placeholder 5">
            <a:extLst>
              <a:ext uri="{FF2B5EF4-FFF2-40B4-BE49-F238E27FC236}">
                <a16:creationId xmlns:a16="http://schemas.microsoft.com/office/drawing/2014/main" id="{5C289641-A98D-845C-8A99-3701BB64EC03}"/>
              </a:ext>
            </a:extLst>
          </p:cNvPr>
          <p:cNvSpPr>
            <a:spLocks noGrp="1"/>
          </p:cNvSpPr>
          <p:nvPr>
            <p:ph type="sldNum" sz="quarter" idx="12"/>
          </p:nvPr>
        </p:nvSpPr>
        <p:spPr/>
        <p:txBody>
          <a:bodyPr/>
          <a:lstStyle/>
          <a:p>
            <a:fld id="{4640D8EF-264D-4ACB-83B2-78695A2A739C}" type="slidenum">
              <a:rPr lang="en-CH" smtClean="0"/>
              <a:t>‹#›</a:t>
            </a:fld>
            <a:endParaRPr lang="en-CH"/>
          </a:p>
        </p:txBody>
      </p:sp>
    </p:spTree>
    <p:extLst>
      <p:ext uri="{BB962C8B-B14F-4D97-AF65-F5344CB8AC3E}">
        <p14:creationId xmlns:p14="http://schemas.microsoft.com/office/powerpoint/2010/main" val="2872401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1D49F9-6B96-1D11-D84D-0434E808641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H"/>
          </a:p>
        </p:txBody>
      </p:sp>
      <p:sp>
        <p:nvSpPr>
          <p:cNvPr id="3" name="Text Placeholder 2">
            <a:extLst>
              <a:ext uri="{FF2B5EF4-FFF2-40B4-BE49-F238E27FC236}">
                <a16:creationId xmlns:a16="http://schemas.microsoft.com/office/drawing/2014/main" id="{461E8385-F834-0C01-3AF5-44774EC643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H"/>
          </a:p>
        </p:txBody>
      </p:sp>
      <p:sp>
        <p:nvSpPr>
          <p:cNvPr id="4" name="Date Placeholder 3">
            <a:extLst>
              <a:ext uri="{FF2B5EF4-FFF2-40B4-BE49-F238E27FC236}">
                <a16:creationId xmlns:a16="http://schemas.microsoft.com/office/drawing/2014/main" id="{D5E9855F-B99D-42E5-810F-39601309F9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822D85E-D2FB-42BA-8FC7-836FE23099A3}" type="datetimeFigureOut">
              <a:rPr lang="en-CH" smtClean="0"/>
              <a:t>10/31/2025</a:t>
            </a:fld>
            <a:endParaRPr lang="en-CH"/>
          </a:p>
        </p:txBody>
      </p:sp>
      <p:sp>
        <p:nvSpPr>
          <p:cNvPr id="5" name="Footer Placeholder 4">
            <a:extLst>
              <a:ext uri="{FF2B5EF4-FFF2-40B4-BE49-F238E27FC236}">
                <a16:creationId xmlns:a16="http://schemas.microsoft.com/office/drawing/2014/main" id="{37D9BC98-12E9-A603-E9AE-791F8652C3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H"/>
          </a:p>
        </p:txBody>
      </p:sp>
      <p:sp>
        <p:nvSpPr>
          <p:cNvPr id="6" name="Slide Number Placeholder 5">
            <a:extLst>
              <a:ext uri="{FF2B5EF4-FFF2-40B4-BE49-F238E27FC236}">
                <a16:creationId xmlns:a16="http://schemas.microsoft.com/office/drawing/2014/main" id="{2F853DD4-385C-18A4-C6FC-81542A7FCF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640D8EF-264D-4ACB-83B2-78695A2A739C}" type="slidenum">
              <a:rPr lang="en-CH" smtClean="0"/>
              <a:t>‹#›</a:t>
            </a:fld>
            <a:endParaRPr lang="en-CH"/>
          </a:p>
        </p:txBody>
      </p:sp>
    </p:spTree>
    <p:extLst>
      <p:ext uri="{BB962C8B-B14F-4D97-AF65-F5344CB8AC3E}">
        <p14:creationId xmlns:p14="http://schemas.microsoft.com/office/powerpoint/2010/main" val="31496169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CB8F7-C293-9C78-3BC3-0641996ACC96}"/>
              </a:ext>
            </a:extLst>
          </p:cNvPr>
          <p:cNvSpPr>
            <a:spLocks noGrp="1"/>
          </p:cNvSpPr>
          <p:nvPr>
            <p:ph type="title"/>
          </p:nvPr>
        </p:nvSpPr>
        <p:spPr>
          <a:xfrm>
            <a:off x="6103650" y="741391"/>
            <a:ext cx="5219307" cy="4993203"/>
          </a:xfrm>
        </p:spPr>
        <p:txBody>
          <a:bodyPr anchor="b">
            <a:normAutofit/>
          </a:bodyPr>
          <a:lstStyle/>
          <a:p>
            <a:r>
              <a:rPr lang="en-US" sz="1800" dirty="0"/>
              <a:t>Made resampling function. </a:t>
            </a:r>
            <a:br>
              <a:rPr lang="en-US" sz="1800" dirty="0"/>
            </a:br>
            <a:r>
              <a:rPr lang="en-US" sz="1800" dirty="0"/>
              <a:t>- can make this degree 2 if needed</a:t>
            </a:r>
            <a:br>
              <a:rPr lang="en-US" sz="1800" dirty="0"/>
            </a:br>
            <a:r>
              <a:rPr lang="en-US" sz="1800" dirty="0"/>
              <a:t>-no need for the microscope to output integer wavenumbers and datapoints. Its easily doable and integrated in the pipeline.</a:t>
            </a:r>
            <a:br>
              <a:rPr lang="en-US" sz="1800" dirty="0"/>
            </a:br>
            <a:r>
              <a:rPr lang="en-US" sz="1800" dirty="0"/>
              <a:t>- discuss loss of data/over-representation </a:t>
            </a:r>
            <a:r>
              <a:rPr lang="en-US" sz="1800"/>
              <a:t>of data.</a:t>
            </a:r>
            <a:br>
              <a:rPr lang="en-US" sz="1800" dirty="0"/>
            </a:br>
            <a:br>
              <a:rPr lang="en-US" sz="1800" dirty="0"/>
            </a:br>
            <a:br>
              <a:rPr lang="en-US" sz="1800" dirty="0"/>
            </a:br>
            <a:br>
              <a:rPr lang="en-US" sz="1800" dirty="0"/>
            </a:br>
            <a:br>
              <a:rPr lang="en-US" sz="1800" dirty="0"/>
            </a:br>
            <a:br>
              <a:rPr lang="en-US" sz="1800" dirty="0"/>
            </a:br>
            <a:br>
              <a:rPr lang="en-US" sz="1800" dirty="0"/>
            </a:br>
            <a:br>
              <a:rPr lang="en-US" sz="1800" dirty="0"/>
            </a:br>
            <a:endParaRPr lang="en-CH" sz="1800" dirty="0"/>
          </a:p>
        </p:txBody>
      </p:sp>
      <p:sp>
        <p:nvSpPr>
          <p:cNvPr id="22" name="Rectangle 21">
            <a:extLst>
              <a:ext uri="{FF2B5EF4-FFF2-40B4-BE49-F238E27FC236}">
                <a16:creationId xmlns:a16="http://schemas.microsoft.com/office/drawing/2014/main" id="{3C2FC81D-C43B-D6D3-660A-B463918C2A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334923" cy="6858000"/>
          </a:xfrm>
          <a:prstGeom prst="rect">
            <a:avLst/>
          </a:prstGeom>
          <a:solidFill>
            <a:schemeClr val="bg1">
              <a:lumMod val="95000"/>
              <a:alpha val="8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3" name="Group 22">
            <a:extLst>
              <a:ext uri="{FF2B5EF4-FFF2-40B4-BE49-F238E27FC236}">
                <a16:creationId xmlns:a16="http://schemas.microsoft.com/office/drawing/2014/main" id="{BDDB3F1B-9976-8542-B149-C66F2061F2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381" y="0"/>
            <a:ext cx="123362" cy="6858000"/>
            <a:chOff x="12068638" y="0"/>
            <a:chExt cx="123362" cy="6858000"/>
          </a:xfrm>
        </p:grpSpPr>
        <p:sp>
          <p:nvSpPr>
            <p:cNvPr id="19" name="Rectangle 18">
              <a:extLst>
                <a:ext uri="{FF2B5EF4-FFF2-40B4-BE49-F238E27FC236}">
                  <a16:creationId xmlns:a16="http://schemas.microsoft.com/office/drawing/2014/main" id="{023A3929-30D6-0483-783F-8C676BF166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320AF78C-8B49-5B80-2FA4-B815E7506B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27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Content Placeholder 4">
            <a:extLst>
              <a:ext uri="{FF2B5EF4-FFF2-40B4-BE49-F238E27FC236}">
                <a16:creationId xmlns:a16="http://schemas.microsoft.com/office/drawing/2014/main" id="{2609EF25-E264-6975-D375-B27C9F9CAD5C}"/>
              </a:ext>
            </a:extLst>
          </p:cNvPr>
          <p:cNvPicPr>
            <a:picLocks noChangeAspect="1"/>
          </p:cNvPicPr>
          <p:nvPr/>
        </p:nvPicPr>
        <p:blipFill>
          <a:blip r:embed="rId2"/>
          <a:stretch>
            <a:fillRect/>
          </a:stretch>
        </p:blipFill>
        <p:spPr>
          <a:xfrm>
            <a:off x="406401" y="428024"/>
            <a:ext cx="4712834" cy="2615622"/>
          </a:xfrm>
          <a:prstGeom prst="rect">
            <a:avLst/>
          </a:prstGeom>
        </p:spPr>
      </p:pic>
      <p:pic>
        <p:nvPicPr>
          <p:cNvPr id="9" name="Picture 8" descr="A graph of a graph&#10;&#10;AI-generated content may be incorrect.">
            <a:extLst>
              <a:ext uri="{FF2B5EF4-FFF2-40B4-BE49-F238E27FC236}">
                <a16:creationId xmlns:a16="http://schemas.microsoft.com/office/drawing/2014/main" id="{CA852252-6D51-831A-815A-10605638FA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6401" y="3278778"/>
            <a:ext cx="4643286" cy="3151198"/>
          </a:xfrm>
          <a:prstGeom prst="rect">
            <a:avLst/>
          </a:prstGeom>
        </p:spPr>
      </p:pic>
    </p:spTree>
    <p:extLst>
      <p:ext uri="{BB962C8B-B14F-4D97-AF65-F5344CB8AC3E}">
        <p14:creationId xmlns:p14="http://schemas.microsoft.com/office/powerpoint/2010/main" val="39656196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9FDA-A1E7-CA7F-51B2-7BBAE941BBFA}"/>
              </a:ext>
            </a:extLst>
          </p:cNvPr>
          <p:cNvSpPr>
            <a:spLocks noGrp="1"/>
          </p:cNvSpPr>
          <p:nvPr>
            <p:ph type="title"/>
          </p:nvPr>
        </p:nvSpPr>
        <p:spPr>
          <a:xfrm>
            <a:off x="6750960" y="365125"/>
            <a:ext cx="4602839" cy="5240147"/>
          </a:xfrm>
        </p:spPr>
        <p:txBody>
          <a:bodyPr>
            <a:normAutofit fontScale="90000"/>
          </a:bodyPr>
          <a:lstStyle/>
          <a:p>
            <a:r>
              <a:rPr lang="en-US" sz="2800" dirty="0"/>
              <a:t>Training cycle.</a:t>
            </a:r>
            <a:br>
              <a:rPr lang="en-US" sz="2800" dirty="0"/>
            </a:br>
            <a:br>
              <a:rPr lang="en-US" sz="2800" dirty="0"/>
            </a:br>
            <a:br>
              <a:rPr lang="en-US" sz="2800" dirty="0"/>
            </a:br>
            <a:r>
              <a:rPr lang="en-US" sz="1800" dirty="0"/>
              <a:t>Gradient descent.</a:t>
            </a:r>
            <a:br>
              <a:rPr lang="en-US" sz="1800" dirty="0"/>
            </a:br>
            <a:br>
              <a:rPr lang="en-US" sz="2800" dirty="0"/>
            </a:br>
            <a:r>
              <a:rPr lang="en-US" sz="1800" dirty="0"/>
              <a:t>Epochs are independent of the training cycle. If the machine is powerful enough, one can make as many as needed to get good weights. Careful with overfitting.</a:t>
            </a:r>
            <a:br>
              <a:rPr lang="en-US" sz="1800" dirty="0"/>
            </a:br>
            <a:r>
              <a:rPr lang="en-US" sz="1800" dirty="0"/>
              <a:t>Currently having problems with dimensions of data input. Different samples have different amount of data points. Consider taking higher interval and treating missing datapoints  as 0 or NULL.</a:t>
            </a:r>
            <a:br>
              <a:rPr lang="en-US" sz="1800" dirty="0"/>
            </a:br>
            <a:br>
              <a:rPr lang="en-US" sz="1800" dirty="0"/>
            </a:br>
            <a:br>
              <a:rPr lang="en-US" sz="1800" dirty="0"/>
            </a:br>
            <a:r>
              <a:rPr lang="en-US" sz="1800" dirty="0"/>
              <a:t>Possibility to add </a:t>
            </a:r>
            <a:r>
              <a:rPr lang="en-US" sz="1800" dirty="0" err="1"/>
              <a:t>gui</a:t>
            </a:r>
            <a:r>
              <a:rPr lang="en-US" sz="1800" dirty="0"/>
              <a:t> for training such that when a good amount of samples are added, one can re-train at home. Then re-store </a:t>
            </a:r>
            <a:r>
              <a:rPr lang="en-US" sz="1800"/>
              <a:t>the model cache</a:t>
            </a:r>
            <a:endParaRPr lang="en-US" sz="2800" dirty="0"/>
          </a:p>
        </p:txBody>
      </p:sp>
      <p:pic>
        <p:nvPicPr>
          <p:cNvPr id="5" name="Picture 4">
            <a:extLst>
              <a:ext uri="{FF2B5EF4-FFF2-40B4-BE49-F238E27FC236}">
                <a16:creationId xmlns:a16="http://schemas.microsoft.com/office/drawing/2014/main" id="{1CF51499-94DB-2E4A-9C5E-C69564579786}"/>
              </a:ext>
            </a:extLst>
          </p:cNvPr>
          <p:cNvPicPr>
            <a:picLocks noChangeAspect="1"/>
          </p:cNvPicPr>
          <p:nvPr/>
        </p:nvPicPr>
        <p:blipFill>
          <a:blip r:embed="rId2"/>
          <a:stretch>
            <a:fillRect/>
          </a:stretch>
        </p:blipFill>
        <p:spPr>
          <a:xfrm>
            <a:off x="258718" y="834174"/>
            <a:ext cx="5182323" cy="3086531"/>
          </a:xfrm>
          <a:prstGeom prst="rect">
            <a:avLst/>
          </a:prstGeom>
        </p:spPr>
      </p:pic>
    </p:spTree>
    <p:extLst>
      <p:ext uri="{BB962C8B-B14F-4D97-AF65-F5344CB8AC3E}">
        <p14:creationId xmlns:p14="http://schemas.microsoft.com/office/powerpoint/2010/main" val="41277251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31135-10A5-1294-D149-FFF6C1F8DD1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61AD306-2698-4C3E-4229-D33251906CD4}"/>
              </a:ext>
            </a:extLst>
          </p:cNvPr>
          <p:cNvSpPr>
            <a:spLocks noGrp="1"/>
          </p:cNvSpPr>
          <p:nvPr>
            <p:ph idx="1"/>
          </p:nvPr>
        </p:nvSpPr>
        <p:spPr/>
        <p:txBody>
          <a:bodyPr/>
          <a:lstStyle/>
          <a:p>
            <a:endParaRPr lang="en-US"/>
          </a:p>
        </p:txBody>
      </p:sp>
      <p:sp>
        <p:nvSpPr>
          <p:cNvPr id="6" name="Content Placeholder 2">
            <a:extLst>
              <a:ext uri="{FF2B5EF4-FFF2-40B4-BE49-F238E27FC236}">
                <a16:creationId xmlns:a16="http://schemas.microsoft.com/office/drawing/2014/main" id="{3D1D32B1-9EF4-0946-2663-44FD2761AF21}"/>
              </a:ext>
            </a:extLst>
          </p:cNvPr>
          <p:cNvSpPr txBox="1">
            <a:spLocks/>
          </p:cNvSpPr>
          <p:nvPr/>
        </p:nvSpPr>
        <p:spPr>
          <a:xfrm>
            <a:off x="5559552" y="3900360"/>
            <a:ext cx="4687824" cy="103803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t>Abandon the idea of columns as wavenumbers. The SQL works better by being able to fetch directly one value given one wavelength and id sample</a:t>
            </a:r>
          </a:p>
        </p:txBody>
      </p:sp>
    </p:spTree>
    <p:extLst>
      <p:ext uri="{BB962C8B-B14F-4D97-AF65-F5344CB8AC3E}">
        <p14:creationId xmlns:p14="http://schemas.microsoft.com/office/powerpoint/2010/main" val="23386062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186</Words>
  <Application>Microsoft Office PowerPoint</Application>
  <PresentationFormat>Widescreen</PresentationFormat>
  <Paragraphs>3</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Aptos Display</vt:lpstr>
      <vt:lpstr>Arial</vt:lpstr>
      <vt:lpstr>Office Theme</vt:lpstr>
      <vt:lpstr>Made resampling function.  - can make this degree 2 if needed -no need for the microscope to output integer wavenumbers and datapoints. Its easily doable and integrated in the pipeline. - discuss loss of data/over-representation of data.        </vt:lpstr>
      <vt:lpstr>Training cycle.   Gradient descent.  Epochs are independent of the training cycle. If the machine is powerful enough, one can make as many as needed to get good weights. Careful with overfitting. Currently having problems with dimensions of data input. Different samples have different amount of data points. Consider taking higher interval and treating missing datapoints  as 0 or NULL.   Possibility to add gui for training such that when a good amount of samples are added, one can re-train at home. Then re-store the model cache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Antonio Del Priore Antunes</dc:creator>
  <cp:lastModifiedBy>Antonio Del Priore Antunes</cp:lastModifiedBy>
  <cp:revision>5</cp:revision>
  <dcterms:created xsi:type="dcterms:W3CDTF">2025-10-09T20:24:01Z</dcterms:created>
  <dcterms:modified xsi:type="dcterms:W3CDTF">2025-11-03T08:37:51Z</dcterms:modified>
</cp:coreProperties>
</file>